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9"/>
  </p:notesMasterIdLst>
  <p:sldIdLst>
    <p:sldId id="701" r:id="rId2"/>
    <p:sldId id="614" r:id="rId3"/>
    <p:sldId id="703" r:id="rId4"/>
    <p:sldId id="709" r:id="rId5"/>
    <p:sldId id="702" r:id="rId6"/>
    <p:sldId id="735" r:id="rId7"/>
    <p:sldId id="704" r:id="rId8"/>
    <p:sldId id="737" r:id="rId9"/>
    <p:sldId id="706" r:id="rId10"/>
    <p:sldId id="736" r:id="rId11"/>
    <p:sldId id="705" r:id="rId12"/>
    <p:sldId id="708" r:id="rId13"/>
    <p:sldId id="710" r:id="rId14"/>
    <p:sldId id="711" r:id="rId15"/>
    <p:sldId id="713" r:id="rId16"/>
    <p:sldId id="738" r:id="rId17"/>
    <p:sldId id="712" r:id="rId18"/>
    <p:sldId id="714" r:id="rId19"/>
    <p:sldId id="739" r:id="rId20"/>
    <p:sldId id="718" r:id="rId21"/>
    <p:sldId id="740" r:id="rId22"/>
    <p:sldId id="741" r:id="rId23"/>
    <p:sldId id="732" r:id="rId24"/>
    <p:sldId id="723" r:id="rId25"/>
    <p:sldId id="730" r:id="rId26"/>
    <p:sldId id="742" r:id="rId27"/>
    <p:sldId id="743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4D2EF"/>
    <a:srgbClr val="3B00FF"/>
    <a:srgbClr val="F5C4F0"/>
    <a:srgbClr val="000000"/>
    <a:srgbClr val="E8DEDE"/>
    <a:srgbClr val="8F1882"/>
    <a:srgbClr val="855D5D"/>
    <a:srgbClr val="2ABDF2"/>
    <a:srgbClr val="FFC000"/>
    <a:srgbClr val="19B8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D0E1F7-828D-4C77-B752-EB7B43CBB4B6}" v="429" dt="2024-09-23T12:21:08.8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88" autoAdjust="0"/>
    <p:restoredTop sz="89362" autoAdjust="0"/>
  </p:normalViewPr>
  <p:slideViewPr>
    <p:cSldViewPr snapToGrid="0" snapToObjects="1">
      <p:cViewPr varScale="1">
        <p:scale>
          <a:sx n="109" d="100"/>
          <a:sy n="109" d="100"/>
        </p:scale>
        <p:origin x="1024" y="58"/>
      </p:cViewPr>
      <p:guideLst/>
    </p:cSldViewPr>
  </p:slideViewPr>
  <p:outlineViewPr>
    <p:cViewPr>
      <p:scale>
        <a:sx n="33" d="100"/>
        <a:sy n="33" d="100"/>
      </p:scale>
      <p:origin x="0" y="-1026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63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L Chen" userId="140e53dad41f2fb8" providerId="LiveId" clId="{03D0E1F7-828D-4C77-B752-EB7B43CBB4B6}"/>
    <pc:docChg chg="undo custSel addSld delSld modSld">
      <pc:chgData name="YL Chen" userId="140e53dad41f2fb8" providerId="LiveId" clId="{03D0E1F7-828D-4C77-B752-EB7B43CBB4B6}" dt="2024-09-23T12:22:06.783" v="811" actId="20577"/>
      <pc:docMkLst>
        <pc:docMk/>
      </pc:docMkLst>
      <pc:sldChg chg="modSp">
        <pc:chgData name="YL Chen" userId="140e53dad41f2fb8" providerId="LiveId" clId="{03D0E1F7-828D-4C77-B752-EB7B43CBB4B6}" dt="2024-09-23T12:03:04.774" v="233" actId="20577"/>
        <pc:sldMkLst>
          <pc:docMk/>
          <pc:sldMk cId="3884174999" sldId="703"/>
        </pc:sldMkLst>
        <pc:graphicFrameChg chg="mod">
          <ac:chgData name="YL Chen" userId="140e53dad41f2fb8" providerId="LiveId" clId="{03D0E1F7-828D-4C77-B752-EB7B43CBB4B6}" dt="2024-09-23T12:03:04.774" v="233" actId="20577"/>
          <ac:graphicFrameMkLst>
            <pc:docMk/>
            <pc:sldMk cId="3884174999" sldId="703"/>
            <ac:graphicFrameMk id="11" creationId="{F59287D3-EA1C-25FA-F2CE-F5B80F3AA410}"/>
          </ac:graphicFrameMkLst>
        </pc:graphicFrameChg>
      </pc:sldChg>
      <pc:sldChg chg="modSp mod">
        <pc:chgData name="YL Chen" userId="140e53dad41f2fb8" providerId="LiveId" clId="{03D0E1F7-828D-4C77-B752-EB7B43CBB4B6}" dt="2024-09-23T12:22:06.783" v="811" actId="20577"/>
        <pc:sldMkLst>
          <pc:docMk/>
          <pc:sldMk cId="720137227" sldId="710"/>
        </pc:sldMkLst>
        <pc:spChg chg="mod">
          <ac:chgData name="YL Chen" userId="140e53dad41f2fb8" providerId="LiveId" clId="{03D0E1F7-828D-4C77-B752-EB7B43CBB4B6}" dt="2024-09-23T12:22:06.783" v="811" actId="20577"/>
          <ac:spMkLst>
            <pc:docMk/>
            <pc:sldMk cId="720137227" sldId="710"/>
            <ac:spMk id="6" creationId="{00000000-0000-0000-0000-000000000000}"/>
          </ac:spMkLst>
        </pc:spChg>
      </pc:sldChg>
      <pc:sldChg chg="modSp mod">
        <pc:chgData name="YL Chen" userId="140e53dad41f2fb8" providerId="LiveId" clId="{03D0E1F7-828D-4C77-B752-EB7B43CBB4B6}" dt="2024-09-23T12:04:09.022" v="239" actId="20577"/>
        <pc:sldMkLst>
          <pc:docMk/>
          <pc:sldMk cId="2117273199" sldId="716"/>
        </pc:sldMkLst>
        <pc:spChg chg="mod">
          <ac:chgData name="YL Chen" userId="140e53dad41f2fb8" providerId="LiveId" clId="{03D0E1F7-828D-4C77-B752-EB7B43CBB4B6}" dt="2024-09-23T12:04:09.022" v="239" actId="20577"/>
          <ac:spMkLst>
            <pc:docMk/>
            <pc:sldMk cId="2117273199" sldId="716"/>
            <ac:spMk id="6" creationId="{00000000-0000-0000-0000-000000000000}"/>
          </ac:spMkLst>
        </pc:spChg>
      </pc:sldChg>
      <pc:sldChg chg="modSp mod">
        <pc:chgData name="YL Chen" userId="140e53dad41f2fb8" providerId="LiveId" clId="{03D0E1F7-828D-4C77-B752-EB7B43CBB4B6}" dt="2024-09-23T12:04:20.615" v="245" actId="20577"/>
        <pc:sldMkLst>
          <pc:docMk/>
          <pc:sldMk cId="1472422911" sldId="717"/>
        </pc:sldMkLst>
        <pc:spChg chg="mod">
          <ac:chgData name="YL Chen" userId="140e53dad41f2fb8" providerId="LiveId" clId="{03D0E1F7-828D-4C77-B752-EB7B43CBB4B6}" dt="2024-09-23T12:04:20.615" v="245" actId="20577"/>
          <ac:spMkLst>
            <pc:docMk/>
            <pc:sldMk cId="1472422911" sldId="717"/>
            <ac:spMk id="6" creationId="{00000000-0000-0000-0000-000000000000}"/>
          </ac:spMkLst>
        </pc:spChg>
      </pc:sldChg>
      <pc:sldChg chg="modSp mod">
        <pc:chgData name="YL Chen" userId="140e53dad41f2fb8" providerId="LiveId" clId="{03D0E1F7-828D-4C77-B752-EB7B43CBB4B6}" dt="2024-09-23T12:04:18.077" v="244" actId="20577"/>
        <pc:sldMkLst>
          <pc:docMk/>
          <pc:sldMk cId="1452164576" sldId="718"/>
        </pc:sldMkLst>
        <pc:spChg chg="mod">
          <ac:chgData name="YL Chen" userId="140e53dad41f2fb8" providerId="LiveId" clId="{03D0E1F7-828D-4C77-B752-EB7B43CBB4B6}" dt="2024-09-23T12:04:18.077" v="244" actId="20577"/>
          <ac:spMkLst>
            <pc:docMk/>
            <pc:sldMk cId="1452164576" sldId="718"/>
            <ac:spMk id="6" creationId="{00000000-0000-0000-0000-000000000000}"/>
          </ac:spMkLst>
        </pc:spChg>
      </pc:sldChg>
      <pc:sldChg chg="modSp mod">
        <pc:chgData name="YL Chen" userId="140e53dad41f2fb8" providerId="LiveId" clId="{03D0E1F7-828D-4C77-B752-EB7B43CBB4B6}" dt="2024-09-23T12:21:54.236" v="795" actId="20577"/>
        <pc:sldMkLst>
          <pc:docMk/>
          <pc:sldMk cId="2685829773" sldId="719"/>
        </pc:sldMkLst>
        <pc:spChg chg="mod">
          <ac:chgData name="YL Chen" userId="140e53dad41f2fb8" providerId="LiveId" clId="{03D0E1F7-828D-4C77-B752-EB7B43CBB4B6}" dt="2024-09-23T12:21:54.236" v="795" actId="20577"/>
          <ac:spMkLst>
            <pc:docMk/>
            <pc:sldMk cId="2685829773" sldId="719"/>
            <ac:spMk id="6" creationId="{00000000-0000-0000-0000-000000000000}"/>
          </ac:spMkLst>
        </pc:spChg>
      </pc:sldChg>
      <pc:sldChg chg="del">
        <pc:chgData name="YL Chen" userId="140e53dad41f2fb8" providerId="LiveId" clId="{03D0E1F7-828D-4C77-B752-EB7B43CBB4B6}" dt="2024-09-23T12:15:56.845" v="610" actId="47"/>
        <pc:sldMkLst>
          <pc:docMk/>
          <pc:sldMk cId="1955005662" sldId="722"/>
        </pc:sldMkLst>
      </pc:sldChg>
      <pc:sldChg chg="modSp mod">
        <pc:chgData name="YL Chen" userId="140e53dad41f2fb8" providerId="LiveId" clId="{03D0E1F7-828D-4C77-B752-EB7B43CBB4B6}" dt="2024-09-23T12:16:15.820" v="614" actId="20577"/>
        <pc:sldMkLst>
          <pc:docMk/>
          <pc:sldMk cId="501906449" sldId="723"/>
        </pc:sldMkLst>
        <pc:spChg chg="mod">
          <ac:chgData name="YL Chen" userId="140e53dad41f2fb8" providerId="LiveId" clId="{03D0E1F7-828D-4C77-B752-EB7B43CBB4B6}" dt="2024-09-23T12:16:15.820" v="614" actId="20577"/>
          <ac:spMkLst>
            <pc:docMk/>
            <pc:sldMk cId="501906449" sldId="723"/>
            <ac:spMk id="6" creationId="{00000000-0000-0000-0000-000000000000}"/>
          </ac:spMkLst>
        </pc:spChg>
      </pc:sldChg>
      <pc:sldChg chg="modSp mod">
        <pc:chgData name="YL Chen" userId="140e53dad41f2fb8" providerId="LiveId" clId="{03D0E1F7-828D-4C77-B752-EB7B43CBB4B6}" dt="2024-09-23T12:16:18.604" v="617" actId="20577"/>
        <pc:sldMkLst>
          <pc:docMk/>
          <pc:sldMk cId="2493356768" sldId="724"/>
        </pc:sldMkLst>
        <pc:spChg chg="mod">
          <ac:chgData name="YL Chen" userId="140e53dad41f2fb8" providerId="LiveId" clId="{03D0E1F7-828D-4C77-B752-EB7B43CBB4B6}" dt="2024-09-23T12:16:18.604" v="617" actId="20577"/>
          <ac:spMkLst>
            <pc:docMk/>
            <pc:sldMk cId="2493356768" sldId="724"/>
            <ac:spMk id="6" creationId="{00000000-0000-0000-0000-000000000000}"/>
          </ac:spMkLst>
        </pc:spChg>
      </pc:sldChg>
      <pc:sldChg chg="modSp add mod">
        <pc:chgData name="YL Chen" userId="140e53dad41f2fb8" providerId="LiveId" clId="{03D0E1F7-828D-4C77-B752-EB7B43CBB4B6}" dt="2024-09-23T12:13:00.384" v="502" actId="20577"/>
        <pc:sldMkLst>
          <pc:docMk/>
          <pc:sldMk cId="948281478" sldId="725"/>
        </pc:sldMkLst>
        <pc:spChg chg="mod">
          <ac:chgData name="YL Chen" userId="140e53dad41f2fb8" providerId="LiveId" clId="{03D0E1F7-828D-4C77-B752-EB7B43CBB4B6}" dt="2024-09-23T12:04:36.154" v="278" actId="20577"/>
          <ac:spMkLst>
            <pc:docMk/>
            <pc:sldMk cId="948281478" sldId="725"/>
            <ac:spMk id="6" creationId="{00000000-0000-0000-0000-000000000000}"/>
          </ac:spMkLst>
        </pc:spChg>
        <pc:spChg chg="mod">
          <ac:chgData name="YL Chen" userId="140e53dad41f2fb8" providerId="LiveId" clId="{03D0E1F7-828D-4C77-B752-EB7B43CBB4B6}" dt="2024-09-23T12:05:23.323" v="343" actId="20577"/>
          <ac:spMkLst>
            <pc:docMk/>
            <pc:sldMk cId="948281478" sldId="725"/>
            <ac:spMk id="8" creationId="{151EAD08-83C5-E903-07B8-F19F72B11E04}"/>
          </ac:spMkLst>
        </pc:spChg>
        <pc:graphicFrameChg chg="mod">
          <ac:chgData name="YL Chen" userId="140e53dad41f2fb8" providerId="LiveId" clId="{03D0E1F7-828D-4C77-B752-EB7B43CBB4B6}" dt="2024-09-23T12:13:00.384" v="502" actId="20577"/>
          <ac:graphicFrameMkLst>
            <pc:docMk/>
            <pc:sldMk cId="948281478" sldId="725"/>
            <ac:graphicFrameMk id="19" creationId="{0BD2CD52-0795-AA6D-8D66-54F6E78C45D9}"/>
          </ac:graphicFrameMkLst>
        </pc:graphicFrameChg>
      </pc:sldChg>
      <pc:sldChg chg="modSp add mod">
        <pc:chgData name="YL Chen" userId="140e53dad41f2fb8" providerId="LiveId" clId="{03D0E1F7-828D-4C77-B752-EB7B43CBB4B6}" dt="2024-09-23T12:15:33.902" v="609" actId="20577"/>
        <pc:sldMkLst>
          <pc:docMk/>
          <pc:sldMk cId="1792027720" sldId="726"/>
        </pc:sldMkLst>
        <pc:spChg chg="mod">
          <ac:chgData name="YL Chen" userId="140e53dad41f2fb8" providerId="LiveId" clId="{03D0E1F7-828D-4C77-B752-EB7B43CBB4B6}" dt="2024-09-23T12:08:33.386" v="363" actId="20577"/>
          <ac:spMkLst>
            <pc:docMk/>
            <pc:sldMk cId="1792027720" sldId="726"/>
            <ac:spMk id="6" creationId="{00000000-0000-0000-0000-000000000000}"/>
          </ac:spMkLst>
        </pc:spChg>
        <pc:spChg chg="mod">
          <ac:chgData name="YL Chen" userId="140e53dad41f2fb8" providerId="LiveId" clId="{03D0E1F7-828D-4C77-B752-EB7B43CBB4B6}" dt="2024-09-23T12:10:52.686" v="420" actId="207"/>
          <ac:spMkLst>
            <pc:docMk/>
            <pc:sldMk cId="1792027720" sldId="726"/>
            <ac:spMk id="8" creationId="{151EAD08-83C5-E903-07B8-F19F72B11E04}"/>
          </ac:spMkLst>
        </pc:spChg>
        <pc:graphicFrameChg chg="mod">
          <ac:chgData name="YL Chen" userId="140e53dad41f2fb8" providerId="LiveId" clId="{03D0E1F7-828D-4C77-B752-EB7B43CBB4B6}" dt="2024-09-23T12:15:33.902" v="609" actId="20577"/>
          <ac:graphicFrameMkLst>
            <pc:docMk/>
            <pc:sldMk cId="1792027720" sldId="726"/>
            <ac:graphicFrameMk id="19" creationId="{0BD2CD52-0795-AA6D-8D66-54F6E78C45D9}"/>
          </ac:graphicFrameMkLst>
        </pc:graphicFrameChg>
      </pc:sldChg>
      <pc:sldChg chg="addSp modSp add mod">
        <pc:chgData name="YL Chen" userId="140e53dad41f2fb8" providerId="LiveId" clId="{03D0E1F7-828D-4C77-B752-EB7B43CBB4B6}" dt="2024-09-23T12:21:16.223" v="779" actId="20577"/>
        <pc:sldMkLst>
          <pc:docMk/>
          <pc:sldMk cId="3714055495" sldId="727"/>
        </pc:sldMkLst>
        <pc:spChg chg="mod">
          <ac:chgData name="YL Chen" userId="140e53dad41f2fb8" providerId="LiveId" clId="{03D0E1F7-828D-4C77-B752-EB7B43CBB4B6}" dt="2024-09-23T12:16:27.645" v="643" actId="20577"/>
          <ac:spMkLst>
            <pc:docMk/>
            <pc:sldMk cId="3714055495" sldId="727"/>
            <ac:spMk id="6" creationId="{00000000-0000-0000-0000-000000000000}"/>
          </ac:spMkLst>
        </pc:spChg>
        <pc:spChg chg="mod">
          <ac:chgData name="YL Chen" userId="140e53dad41f2fb8" providerId="LiveId" clId="{03D0E1F7-828D-4C77-B752-EB7B43CBB4B6}" dt="2024-09-23T12:18:48.103" v="701" actId="20577"/>
          <ac:spMkLst>
            <pc:docMk/>
            <pc:sldMk cId="3714055495" sldId="727"/>
            <ac:spMk id="8" creationId="{477E7C07-587F-3124-8341-D59C35CF63D0}"/>
          </ac:spMkLst>
        </pc:spChg>
        <pc:spChg chg="add mod">
          <ac:chgData name="YL Chen" userId="140e53dad41f2fb8" providerId="LiveId" clId="{03D0E1F7-828D-4C77-B752-EB7B43CBB4B6}" dt="2024-09-23T12:21:04.013" v="764" actId="1076"/>
          <ac:spMkLst>
            <pc:docMk/>
            <pc:sldMk cId="3714055495" sldId="727"/>
            <ac:spMk id="10" creationId="{DB048474-00B9-1E98-E119-620062826BEA}"/>
          </ac:spMkLst>
        </pc:spChg>
        <pc:spChg chg="add mod">
          <ac:chgData name="YL Chen" userId="140e53dad41f2fb8" providerId="LiveId" clId="{03D0E1F7-828D-4C77-B752-EB7B43CBB4B6}" dt="2024-09-23T12:21:16.223" v="779" actId="20577"/>
          <ac:spMkLst>
            <pc:docMk/>
            <pc:sldMk cId="3714055495" sldId="727"/>
            <ac:spMk id="11" creationId="{3FB7815F-24C5-E2DC-ADBA-BE03762AA4ED}"/>
          </ac:spMkLst>
        </pc:spChg>
        <pc:picChg chg="add mod">
          <ac:chgData name="YL Chen" userId="140e53dad41f2fb8" providerId="LiveId" clId="{03D0E1F7-828D-4C77-B752-EB7B43CBB4B6}" dt="2024-09-23T12:20:07.559" v="708" actId="14100"/>
          <ac:picMkLst>
            <pc:docMk/>
            <pc:sldMk cId="3714055495" sldId="727"/>
            <ac:picMk id="9" creationId="{EE68B554-98E3-303A-E2A9-9042E1842E75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24AE3B8-808F-469C-A288-9BF8B1B7FB8A}" type="doc">
      <dgm:prSet loTypeId="urn:microsoft.com/office/officeart/2009/3/layout/IncreasingArrows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78259339-407F-42A1-A416-3A581C0EA9CA}">
      <dgm:prSet phldrT="[文本]"/>
      <dgm:spPr/>
      <dgm:t>
        <a:bodyPr/>
        <a:lstStyle/>
        <a:p>
          <a:r>
            <a:rPr lang="en-US" altLang="zh-CN" dirty="0"/>
            <a:t>Shell </a:t>
          </a:r>
          <a:r>
            <a:rPr lang="zh-CN" altLang="en-US" dirty="0"/>
            <a:t>测试</a:t>
          </a:r>
        </a:p>
      </dgm:t>
    </dgm:pt>
    <dgm:pt modelId="{2B08D8FF-17EA-4683-95CD-485EB2C5DE38}" type="parTrans" cxnId="{75D3FE25-814D-43FB-A872-0D0A730EECD1}">
      <dgm:prSet/>
      <dgm:spPr/>
      <dgm:t>
        <a:bodyPr/>
        <a:lstStyle/>
        <a:p>
          <a:endParaRPr lang="zh-CN" altLang="en-US"/>
        </a:p>
      </dgm:t>
    </dgm:pt>
    <dgm:pt modelId="{85705779-9123-44FA-BF29-CE2546060983}" type="sibTrans" cxnId="{75D3FE25-814D-43FB-A872-0D0A730EECD1}">
      <dgm:prSet/>
      <dgm:spPr/>
      <dgm:t>
        <a:bodyPr/>
        <a:lstStyle/>
        <a:p>
          <a:endParaRPr lang="zh-CN" altLang="en-US"/>
        </a:p>
      </dgm:t>
    </dgm:pt>
    <dgm:pt modelId="{690950A7-AF09-4D7B-9F8F-D0EB1E649908}">
      <dgm:prSet phldrT="[文本]"/>
      <dgm:spPr/>
      <dgm:t>
        <a:bodyPr/>
        <a:lstStyle/>
        <a:p>
          <a:r>
            <a:rPr lang="zh-CN" altLang="en-US" dirty="0"/>
            <a:t>对 </a:t>
          </a:r>
          <a:r>
            <a:rPr lang="en-US" altLang="zh-CN" dirty="0"/>
            <a:t>shell </a:t>
          </a:r>
          <a:r>
            <a:rPr lang="zh-CN" altLang="en-US" dirty="0"/>
            <a:t>的基本功能进行测试</a:t>
          </a:r>
        </a:p>
      </dgm:t>
    </dgm:pt>
    <dgm:pt modelId="{4D2A0D2E-1A4C-48DC-882E-773A0AD0BA51}" type="parTrans" cxnId="{008A66E6-0B17-484F-A05E-74B1C2D71036}">
      <dgm:prSet/>
      <dgm:spPr/>
      <dgm:t>
        <a:bodyPr/>
        <a:lstStyle/>
        <a:p>
          <a:endParaRPr lang="zh-CN" altLang="en-US"/>
        </a:p>
      </dgm:t>
    </dgm:pt>
    <dgm:pt modelId="{C4EB2945-2FBF-47B2-A51D-A6B3A0453A27}" type="sibTrans" cxnId="{008A66E6-0B17-484F-A05E-74B1C2D71036}">
      <dgm:prSet/>
      <dgm:spPr/>
      <dgm:t>
        <a:bodyPr/>
        <a:lstStyle/>
        <a:p>
          <a:endParaRPr lang="zh-CN" altLang="en-US"/>
        </a:p>
      </dgm:t>
    </dgm:pt>
    <dgm:pt modelId="{DD230A5D-52A8-4FF5-AAD9-5AE5EE8D571C}">
      <dgm:prSet phldrT="[文本]"/>
      <dgm:spPr/>
      <dgm:t>
        <a:bodyPr/>
        <a:lstStyle/>
        <a:p>
          <a:r>
            <a:rPr lang="en-US" altLang="zh-CN" dirty="0"/>
            <a:t>Web </a:t>
          </a:r>
          <a:r>
            <a:rPr lang="zh-CN" altLang="en-US" dirty="0"/>
            <a:t>测试</a:t>
          </a:r>
        </a:p>
      </dgm:t>
    </dgm:pt>
    <dgm:pt modelId="{DBB572A3-93D4-4151-8A63-D6262B4667CC}" type="parTrans" cxnId="{AF9635B6-9299-474C-BF8E-18E19F3E537C}">
      <dgm:prSet/>
      <dgm:spPr/>
      <dgm:t>
        <a:bodyPr/>
        <a:lstStyle/>
        <a:p>
          <a:endParaRPr lang="zh-CN" altLang="en-US"/>
        </a:p>
      </dgm:t>
    </dgm:pt>
    <dgm:pt modelId="{506EE282-B696-4DE9-AB82-C1F59C8C019E}" type="sibTrans" cxnId="{AF9635B6-9299-474C-BF8E-18E19F3E537C}">
      <dgm:prSet/>
      <dgm:spPr/>
      <dgm:t>
        <a:bodyPr/>
        <a:lstStyle/>
        <a:p>
          <a:endParaRPr lang="zh-CN" altLang="en-US"/>
        </a:p>
      </dgm:t>
    </dgm:pt>
    <dgm:pt modelId="{E8B71D07-FDE4-4695-AB7F-AF9564E2F410}">
      <dgm:prSet phldrT="[文本]"/>
      <dgm:spPr/>
      <dgm:t>
        <a:bodyPr/>
        <a:lstStyle/>
        <a:p>
          <a:r>
            <a:rPr lang="zh-CN" altLang="en-US" dirty="0"/>
            <a:t>对网页开展功能性测试</a:t>
          </a:r>
        </a:p>
      </dgm:t>
    </dgm:pt>
    <dgm:pt modelId="{79C27380-BB3E-45CB-A49F-2E537669AD61}" type="parTrans" cxnId="{87A9B129-889F-4A23-BAD8-863BF4B10BEB}">
      <dgm:prSet/>
      <dgm:spPr/>
      <dgm:t>
        <a:bodyPr/>
        <a:lstStyle/>
        <a:p>
          <a:endParaRPr lang="zh-CN" altLang="en-US"/>
        </a:p>
      </dgm:t>
    </dgm:pt>
    <dgm:pt modelId="{B3ACB91E-65D3-488F-AC4C-64BF75515E8D}" type="sibTrans" cxnId="{87A9B129-889F-4A23-BAD8-863BF4B10BEB}">
      <dgm:prSet/>
      <dgm:spPr/>
      <dgm:t>
        <a:bodyPr/>
        <a:lstStyle/>
        <a:p>
          <a:endParaRPr lang="zh-CN" altLang="en-US"/>
        </a:p>
      </dgm:t>
    </dgm:pt>
    <dgm:pt modelId="{6BB07C13-10E1-49B2-B015-8BBDCF577747}">
      <dgm:prSet phldrT="[文本]"/>
      <dgm:spPr/>
      <dgm:t>
        <a:bodyPr/>
        <a:lstStyle/>
        <a:p>
          <a:r>
            <a:rPr lang="en-US" altLang="zh-CN" dirty="0"/>
            <a:t>LLM </a:t>
          </a:r>
          <a:r>
            <a:rPr lang="zh-CN" altLang="en-US" dirty="0"/>
            <a:t>测试</a:t>
          </a:r>
        </a:p>
      </dgm:t>
    </dgm:pt>
    <dgm:pt modelId="{3C17F8B6-75B0-4D65-B6CE-335B6A7CE2FD}" type="parTrans" cxnId="{30D38DA2-A53A-4003-B786-78F95E009525}">
      <dgm:prSet/>
      <dgm:spPr/>
      <dgm:t>
        <a:bodyPr/>
        <a:lstStyle/>
        <a:p>
          <a:endParaRPr lang="zh-CN" altLang="en-US"/>
        </a:p>
      </dgm:t>
    </dgm:pt>
    <dgm:pt modelId="{CE9048EA-5316-4497-92DF-39087FA39B82}" type="sibTrans" cxnId="{30D38DA2-A53A-4003-B786-78F95E009525}">
      <dgm:prSet/>
      <dgm:spPr/>
      <dgm:t>
        <a:bodyPr/>
        <a:lstStyle/>
        <a:p>
          <a:endParaRPr lang="zh-CN" altLang="en-US"/>
        </a:p>
      </dgm:t>
    </dgm:pt>
    <dgm:pt modelId="{798D95F3-E287-4403-90EC-9C3AB6BE1E4C}">
      <dgm:prSet phldrT="[文本]"/>
      <dgm:spPr/>
      <dgm:t>
        <a:bodyPr/>
        <a:lstStyle/>
        <a:p>
          <a:r>
            <a:rPr lang="zh-CN" altLang="en-US" dirty="0"/>
            <a:t>对</a:t>
          </a:r>
          <a:r>
            <a:rPr lang="en-US" altLang="zh-CN" dirty="0"/>
            <a:t>LLM</a:t>
          </a:r>
          <a:r>
            <a:rPr lang="zh-CN" altLang="en-US" dirty="0"/>
            <a:t>开展功能性和安全性测试</a:t>
          </a:r>
        </a:p>
      </dgm:t>
    </dgm:pt>
    <dgm:pt modelId="{42186CB9-A6CE-478F-91AB-D6F0D27A2881}" type="parTrans" cxnId="{60010DB3-87DC-4F6E-9BE6-9993DDF76D52}">
      <dgm:prSet/>
      <dgm:spPr/>
      <dgm:t>
        <a:bodyPr/>
        <a:lstStyle/>
        <a:p>
          <a:endParaRPr lang="zh-CN" altLang="en-US"/>
        </a:p>
      </dgm:t>
    </dgm:pt>
    <dgm:pt modelId="{42774C34-E627-4030-ABF4-6C429381783B}" type="sibTrans" cxnId="{60010DB3-87DC-4F6E-9BE6-9993DDF76D52}">
      <dgm:prSet/>
      <dgm:spPr/>
      <dgm:t>
        <a:bodyPr/>
        <a:lstStyle/>
        <a:p>
          <a:endParaRPr lang="zh-CN" altLang="en-US"/>
        </a:p>
      </dgm:t>
    </dgm:pt>
    <dgm:pt modelId="{7C38C3C8-4E88-4CFD-9957-0D049711269D}" type="pres">
      <dgm:prSet presAssocID="{A24AE3B8-808F-469C-A288-9BF8B1B7FB8A}" presName="Name0" presStyleCnt="0">
        <dgm:presLayoutVars>
          <dgm:chMax val="5"/>
          <dgm:chPref val="5"/>
          <dgm:dir/>
          <dgm:animLvl val="lvl"/>
        </dgm:presLayoutVars>
      </dgm:prSet>
      <dgm:spPr/>
    </dgm:pt>
    <dgm:pt modelId="{BB9126A9-F22C-47C2-8A28-C6FAF79C0914}" type="pres">
      <dgm:prSet presAssocID="{78259339-407F-42A1-A416-3A581C0EA9CA}" presName="parentText1" presStyleLbl="node1" presStyleIdx="0" presStyleCnt="3">
        <dgm:presLayoutVars>
          <dgm:chMax/>
          <dgm:chPref val="3"/>
          <dgm:bulletEnabled val="1"/>
        </dgm:presLayoutVars>
      </dgm:prSet>
      <dgm:spPr/>
    </dgm:pt>
    <dgm:pt modelId="{B3E7ACB3-32C0-4E92-B046-AB9FBB14C234}" type="pres">
      <dgm:prSet presAssocID="{78259339-407F-42A1-A416-3A581C0EA9CA}" presName="childText1" presStyleLbl="solidAlignAcc1" presStyleIdx="0" presStyleCnt="3">
        <dgm:presLayoutVars>
          <dgm:chMax val="0"/>
          <dgm:chPref val="0"/>
          <dgm:bulletEnabled val="1"/>
        </dgm:presLayoutVars>
      </dgm:prSet>
      <dgm:spPr/>
    </dgm:pt>
    <dgm:pt modelId="{3271E0AC-B013-43EB-A656-C3F91CBE34A0}" type="pres">
      <dgm:prSet presAssocID="{DD230A5D-52A8-4FF5-AAD9-5AE5EE8D571C}" presName="parentText2" presStyleLbl="node1" presStyleIdx="1" presStyleCnt="3">
        <dgm:presLayoutVars>
          <dgm:chMax/>
          <dgm:chPref val="3"/>
          <dgm:bulletEnabled val="1"/>
        </dgm:presLayoutVars>
      </dgm:prSet>
      <dgm:spPr/>
    </dgm:pt>
    <dgm:pt modelId="{B321D2E3-4C40-4A1B-B9A8-4034E4D3C6B3}" type="pres">
      <dgm:prSet presAssocID="{DD230A5D-52A8-4FF5-AAD9-5AE5EE8D571C}" presName="childText2" presStyleLbl="solidAlignAcc1" presStyleIdx="1" presStyleCnt="3">
        <dgm:presLayoutVars>
          <dgm:chMax val="0"/>
          <dgm:chPref val="0"/>
          <dgm:bulletEnabled val="1"/>
        </dgm:presLayoutVars>
      </dgm:prSet>
      <dgm:spPr/>
    </dgm:pt>
    <dgm:pt modelId="{7422BBBB-68F9-4001-8288-A76D5BF2D1C0}" type="pres">
      <dgm:prSet presAssocID="{6BB07C13-10E1-49B2-B015-8BBDCF577747}" presName="parentText3" presStyleLbl="node1" presStyleIdx="2" presStyleCnt="3">
        <dgm:presLayoutVars>
          <dgm:chMax/>
          <dgm:chPref val="3"/>
          <dgm:bulletEnabled val="1"/>
        </dgm:presLayoutVars>
      </dgm:prSet>
      <dgm:spPr/>
    </dgm:pt>
    <dgm:pt modelId="{6CDBB5E8-3D4F-4821-9D1C-BE044C76A55D}" type="pres">
      <dgm:prSet presAssocID="{6BB07C13-10E1-49B2-B015-8BBDCF577747}" presName="childText3" presStyleLbl="solidAlignAcc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09D29704-F772-4A68-B290-D0861210CB6E}" type="presOf" srcId="{6BB07C13-10E1-49B2-B015-8BBDCF577747}" destId="{7422BBBB-68F9-4001-8288-A76D5BF2D1C0}" srcOrd="0" destOrd="0" presId="urn:microsoft.com/office/officeart/2009/3/layout/IncreasingArrowsProcess"/>
    <dgm:cxn modelId="{1C855717-4097-46BD-A2B7-DC1670B7B16F}" type="presOf" srcId="{A24AE3B8-808F-469C-A288-9BF8B1B7FB8A}" destId="{7C38C3C8-4E88-4CFD-9957-0D049711269D}" srcOrd="0" destOrd="0" presId="urn:microsoft.com/office/officeart/2009/3/layout/IncreasingArrowsProcess"/>
    <dgm:cxn modelId="{75D3FE25-814D-43FB-A872-0D0A730EECD1}" srcId="{A24AE3B8-808F-469C-A288-9BF8B1B7FB8A}" destId="{78259339-407F-42A1-A416-3A581C0EA9CA}" srcOrd="0" destOrd="0" parTransId="{2B08D8FF-17EA-4683-95CD-485EB2C5DE38}" sibTransId="{85705779-9123-44FA-BF29-CE2546060983}"/>
    <dgm:cxn modelId="{87A9B129-889F-4A23-BAD8-863BF4B10BEB}" srcId="{DD230A5D-52A8-4FF5-AAD9-5AE5EE8D571C}" destId="{E8B71D07-FDE4-4695-AB7F-AF9564E2F410}" srcOrd="0" destOrd="0" parTransId="{79C27380-BB3E-45CB-A49F-2E537669AD61}" sibTransId="{B3ACB91E-65D3-488F-AC4C-64BF75515E8D}"/>
    <dgm:cxn modelId="{F2A1B633-597D-4B8C-957E-E899B06A200F}" type="presOf" srcId="{E8B71D07-FDE4-4695-AB7F-AF9564E2F410}" destId="{B321D2E3-4C40-4A1B-B9A8-4034E4D3C6B3}" srcOrd="0" destOrd="0" presId="urn:microsoft.com/office/officeart/2009/3/layout/IncreasingArrowsProcess"/>
    <dgm:cxn modelId="{061D183C-71F7-417F-9C7F-A75B610D23F3}" type="presOf" srcId="{DD230A5D-52A8-4FF5-AAD9-5AE5EE8D571C}" destId="{3271E0AC-B013-43EB-A656-C3F91CBE34A0}" srcOrd="0" destOrd="0" presId="urn:microsoft.com/office/officeart/2009/3/layout/IncreasingArrowsProcess"/>
    <dgm:cxn modelId="{30D38DA2-A53A-4003-B786-78F95E009525}" srcId="{A24AE3B8-808F-469C-A288-9BF8B1B7FB8A}" destId="{6BB07C13-10E1-49B2-B015-8BBDCF577747}" srcOrd="2" destOrd="0" parTransId="{3C17F8B6-75B0-4D65-B6CE-335B6A7CE2FD}" sibTransId="{CE9048EA-5316-4497-92DF-39087FA39B82}"/>
    <dgm:cxn modelId="{06C186AB-F770-4BDB-8195-7FED0C805DE8}" type="presOf" srcId="{798D95F3-E287-4403-90EC-9C3AB6BE1E4C}" destId="{6CDBB5E8-3D4F-4821-9D1C-BE044C76A55D}" srcOrd="0" destOrd="0" presId="urn:microsoft.com/office/officeart/2009/3/layout/IncreasingArrowsProcess"/>
    <dgm:cxn modelId="{60010DB3-87DC-4F6E-9BE6-9993DDF76D52}" srcId="{6BB07C13-10E1-49B2-B015-8BBDCF577747}" destId="{798D95F3-E287-4403-90EC-9C3AB6BE1E4C}" srcOrd="0" destOrd="0" parTransId="{42186CB9-A6CE-478F-91AB-D6F0D27A2881}" sibTransId="{42774C34-E627-4030-ABF4-6C429381783B}"/>
    <dgm:cxn modelId="{AF9635B6-9299-474C-BF8E-18E19F3E537C}" srcId="{A24AE3B8-808F-469C-A288-9BF8B1B7FB8A}" destId="{DD230A5D-52A8-4FF5-AAD9-5AE5EE8D571C}" srcOrd="1" destOrd="0" parTransId="{DBB572A3-93D4-4151-8A63-D6262B4667CC}" sibTransId="{506EE282-B696-4DE9-AB82-C1F59C8C019E}"/>
    <dgm:cxn modelId="{0ACC7AC8-835D-49D6-A079-C8F455577C69}" type="presOf" srcId="{78259339-407F-42A1-A416-3A581C0EA9CA}" destId="{BB9126A9-F22C-47C2-8A28-C6FAF79C0914}" srcOrd="0" destOrd="0" presId="urn:microsoft.com/office/officeart/2009/3/layout/IncreasingArrowsProcess"/>
    <dgm:cxn modelId="{DC767FD2-833B-4450-A76C-922C83F7CA33}" type="presOf" srcId="{690950A7-AF09-4D7B-9F8F-D0EB1E649908}" destId="{B3E7ACB3-32C0-4E92-B046-AB9FBB14C234}" srcOrd="0" destOrd="0" presId="urn:microsoft.com/office/officeart/2009/3/layout/IncreasingArrowsProcess"/>
    <dgm:cxn modelId="{008A66E6-0B17-484F-A05E-74B1C2D71036}" srcId="{78259339-407F-42A1-A416-3A581C0EA9CA}" destId="{690950A7-AF09-4D7B-9F8F-D0EB1E649908}" srcOrd="0" destOrd="0" parTransId="{4D2A0D2E-1A4C-48DC-882E-773A0AD0BA51}" sibTransId="{C4EB2945-2FBF-47B2-A51D-A6B3A0453A27}"/>
    <dgm:cxn modelId="{867A9BB0-E35C-4435-9368-AA25CBBA4B64}" type="presParOf" srcId="{7C38C3C8-4E88-4CFD-9957-0D049711269D}" destId="{BB9126A9-F22C-47C2-8A28-C6FAF79C0914}" srcOrd="0" destOrd="0" presId="urn:microsoft.com/office/officeart/2009/3/layout/IncreasingArrowsProcess"/>
    <dgm:cxn modelId="{0B07F043-CCC8-484B-A7ED-3467E9E500E0}" type="presParOf" srcId="{7C38C3C8-4E88-4CFD-9957-0D049711269D}" destId="{B3E7ACB3-32C0-4E92-B046-AB9FBB14C234}" srcOrd="1" destOrd="0" presId="urn:microsoft.com/office/officeart/2009/3/layout/IncreasingArrowsProcess"/>
    <dgm:cxn modelId="{666396BD-06DF-4C9A-876B-FED74CB0A2F0}" type="presParOf" srcId="{7C38C3C8-4E88-4CFD-9957-0D049711269D}" destId="{3271E0AC-B013-43EB-A656-C3F91CBE34A0}" srcOrd="2" destOrd="0" presId="urn:microsoft.com/office/officeart/2009/3/layout/IncreasingArrowsProcess"/>
    <dgm:cxn modelId="{41094269-BEAE-4E5F-9FF5-2D14A1A57D12}" type="presParOf" srcId="{7C38C3C8-4E88-4CFD-9957-0D049711269D}" destId="{B321D2E3-4C40-4A1B-B9A8-4034E4D3C6B3}" srcOrd="3" destOrd="0" presId="urn:microsoft.com/office/officeart/2009/3/layout/IncreasingArrowsProcess"/>
    <dgm:cxn modelId="{F25C4519-1B55-4434-9E96-2460EF8131E1}" type="presParOf" srcId="{7C38C3C8-4E88-4CFD-9957-0D049711269D}" destId="{7422BBBB-68F9-4001-8288-A76D5BF2D1C0}" srcOrd="4" destOrd="0" presId="urn:microsoft.com/office/officeart/2009/3/layout/IncreasingArrowsProcess"/>
    <dgm:cxn modelId="{0B48A328-8377-4C25-B05F-567430E2FCFE}" type="presParOf" srcId="{7C38C3C8-4E88-4CFD-9957-0D049711269D}" destId="{6CDBB5E8-3D4F-4821-9D1C-BE044C76A55D}" srcOrd="5" destOrd="0" presId="urn:microsoft.com/office/officeart/2009/3/layout/IncreasingArrows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9703D03-F541-4680-9B0B-2E24A71E2208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41E7A06F-818D-410E-9BCC-09122FACEEDA}">
      <dgm:prSet phldrT="[文本]"/>
      <dgm:spPr/>
      <dgm:t>
        <a:bodyPr/>
        <a:lstStyle/>
        <a:p>
          <a:r>
            <a:rPr lang="en-US" altLang="zh-CN" dirty="0" err="1"/>
            <a:t>xUnit</a:t>
          </a:r>
          <a:r>
            <a:rPr lang="zh-CN" altLang="en-US" dirty="0"/>
            <a:t>架构</a:t>
          </a:r>
        </a:p>
      </dgm:t>
    </dgm:pt>
    <dgm:pt modelId="{48D8E6E4-45C9-4CA6-96B1-78F98CC66C78}" type="parTrans" cxnId="{9E9D89FB-CC89-4DD6-BD4F-5C11C8344678}">
      <dgm:prSet/>
      <dgm:spPr/>
      <dgm:t>
        <a:bodyPr/>
        <a:lstStyle/>
        <a:p>
          <a:endParaRPr lang="zh-CN" altLang="en-US"/>
        </a:p>
      </dgm:t>
    </dgm:pt>
    <dgm:pt modelId="{F8140EE2-82FD-4F75-9687-8194AD70BA26}" type="sibTrans" cxnId="{9E9D89FB-CC89-4DD6-BD4F-5C11C8344678}">
      <dgm:prSet/>
      <dgm:spPr/>
      <dgm:t>
        <a:bodyPr/>
        <a:lstStyle/>
        <a:p>
          <a:endParaRPr lang="zh-CN" altLang="en-US"/>
        </a:p>
      </dgm:t>
    </dgm:pt>
    <dgm:pt modelId="{A2C3F9D7-5B13-49A4-9F08-416AE662EB16}">
      <dgm:prSet phldrT="[文本]"/>
      <dgm:spPr/>
      <dgm:t>
        <a:bodyPr/>
        <a:lstStyle/>
        <a:p>
          <a:r>
            <a:rPr lang="en-US" altLang="zh-CN" dirty="0" err="1"/>
            <a:t>NUnit</a:t>
          </a:r>
          <a:endParaRPr lang="zh-CN" altLang="en-US" dirty="0"/>
        </a:p>
      </dgm:t>
    </dgm:pt>
    <dgm:pt modelId="{DF01EF36-1340-4398-A134-E2939EFB902D}" type="parTrans" cxnId="{E0D23533-8F2F-4FF4-8A06-2DB0EA33B4FD}">
      <dgm:prSet/>
      <dgm:spPr/>
      <dgm:t>
        <a:bodyPr/>
        <a:lstStyle/>
        <a:p>
          <a:endParaRPr lang="zh-CN" altLang="en-US"/>
        </a:p>
      </dgm:t>
    </dgm:pt>
    <dgm:pt modelId="{7E7802F9-54FD-4C5F-A151-231EC4B55883}" type="sibTrans" cxnId="{E0D23533-8F2F-4FF4-8A06-2DB0EA33B4FD}">
      <dgm:prSet/>
      <dgm:spPr/>
      <dgm:t>
        <a:bodyPr/>
        <a:lstStyle/>
        <a:p>
          <a:endParaRPr lang="zh-CN" altLang="en-US"/>
        </a:p>
      </dgm:t>
    </dgm:pt>
    <dgm:pt modelId="{4727BB12-5ED8-4A57-9397-6881C13E0596}">
      <dgm:prSet phldrT="[文本]"/>
      <dgm:spPr/>
      <dgm:t>
        <a:bodyPr/>
        <a:lstStyle/>
        <a:p>
          <a:r>
            <a:rPr lang="en-US" altLang="zh-CN" dirty="0" err="1"/>
            <a:t>PHPUnit</a:t>
          </a:r>
          <a:endParaRPr lang="zh-CN" altLang="en-US" dirty="0"/>
        </a:p>
      </dgm:t>
    </dgm:pt>
    <dgm:pt modelId="{1BB26DBF-EB36-49F4-A236-D66A4FFF4DF3}" type="parTrans" cxnId="{773CA623-64D4-4A86-9053-15BD170F59CB}">
      <dgm:prSet/>
      <dgm:spPr/>
      <dgm:t>
        <a:bodyPr/>
        <a:lstStyle/>
        <a:p>
          <a:endParaRPr lang="zh-CN" altLang="en-US"/>
        </a:p>
      </dgm:t>
    </dgm:pt>
    <dgm:pt modelId="{EEA342E3-9C99-47D9-93F5-A97D953B77BE}" type="sibTrans" cxnId="{773CA623-64D4-4A86-9053-15BD170F59CB}">
      <dgm:prSet/>
      <dgm:spPr/>
      <dgm:t>
        <a:bodyPr/>
        <a:lstStyle/>
        <a:p>
          <a:endParaRPr lang="zh-CN" altLang="en-US"/>
        </a:p>
      </dgm:t>
    </dgm:pt>
    <dgm:pt modelId="{3C4B0B41-A458-4199-96E9-F6CFE419B912}">
      <dgm:prSet phldrT="[文本]"/>
      <dgm:spPr/>
      <dgm:t>
        <a:bodyPr/>
        <a:lstStyle/>
        <a:p>
          <a:r>
            <a:rPr lang="en-US" altLang="zh-CN" dirty="0" err="1"/>
            <a:t>PyUnit</a:t>
          </a:r>
          <a:endParaRPr lang="zh-CN" altLang="en-US" dirty="0"/>
        </a:p>
      </dgm:t>
    </dgm:pt>
    <dgm:pt modelId="{4AA74CD7-2CDA-4AE1-8B1D-EFAF832B7CFA}" type="parTrans" cxnId="{2BB752B7-673B-41A9-A9BF-92431025C061}">
      <dgm:prSet/>
      <dgm:spPr/>
      <dgm:t>
        <a:bodyPr/>
        <a:lstStyle/>
        <a:p>
          <a:endParaRPr lang="zh-CN" altLang="en-US"/>
        </a:p>
      </dgm:t>
    </dgm:pt>
    <dgm:pt modelId="{05A294AD-9440-45D0-A279-1A8316117D1D}" type="sibTrans" cxnId="{2BB752B7-673B-41A9-A9BF-92431025C061}">
      <dgm:prSet/>
      <dgm:spPr/>
      <dgm:t>
        <a:bodyPr/>
        <a:lstStyle/>
        <a:p>
          <a:endParaRPr lang="zh-CN" altLang="en-US"/>
        </a:p>
      </dgm:t>
    </dgm:pt>
    <dgm:pt modelId="{FFD395C9-187F-4D1C-99C3-01C60F227EB9}">
      <dgm:prSet phldrT="[文本]"/>
      <dgm:spPr/>
      <dgm:t>
        <a:bodyPr/>
        <a:lstStyle/>
        <a:p>
          <a:r>
            <a:rPr lang="en-US" altLang="zh-CN" dirty="0" err="1"/>
            <a:t>GoogleTest</a:t>
          </a:r>
          <a:endParaRPr lang="zh-CN" altLang="en-US" dirty="0"/>
        </a:p>
      </dgm:t>
    </dgm:pt>
    <dgm:pt modelId="{B30B176E-B3A6-4EFA-8E6E-80FE0D676751}" type="parTrans" cxnId="{7B35DC06-57AA-4170-8A9F-F7D82DA1A338}">
      <dgm:prSet/>
      <dgm:spPr/>
      <dgm:t>
        <a:bodyPr/>
        <a:lstStyle/>
        <a:p>
          <a:endParaRPr lang="zh-CN" altLang="en-US"/>
        </a:p>
      </dgm:t>
    </dgm:pt>
    <dgm:pt modelId="{A7CD8BAB-E1D9-43FD-BC2D-391202BE9A95}" type="sibTrans" cxnId="{7B35DC06-57AA-4170-8A9F-F7D82DA1A338}">
      <dgm:prSet/>
      <dgm:spPr/>
      <dgm:t>
        <a:bodyPr/>
        <a:lstStyle/>
        <a:p>
          <a:endParaRPr lang="zh-CN" altLang="en-US"/>
        </a:p>
      </dgm:t>
    </dgm:pt>
    <dgm:pt modelId="{9BE3B04E-7763-4CB3-AFFD-B2085DD60B44}">
      <dgm:prSet phldrT="[文本]"/>
      <dgm:spPr/>
      <dgm:t>
        <a:bodyPr/>
        <a:lstStyle/>
        <a:p>
          <a:r>
            <a:rPr lang="en-US" altLang="zh-CN" dirty="0"/>
            <a:t>…</a:t>
          </a:r>
          <a:endParaRPr lang="zh-CN" altLang="en-US" dirty="0"/>
        </a:p>
      </dgm:t>
    </dgm:pt>
    <dgm:pt modelId="{802CC169-B676-4A51-9AC9-B2042E8C8F8F}" type="parTrans" cxnId="{2CAF69FA-AD2D-480D-832E-35EE5D9372A5}">
      <dgm:prSet/>
      <dgm:spPr/>
      <dgm:t>
        <a:bodyPr/>
        <a:lstStyle/>
        <a:p>
          <a:endParaRPr lang="zh-CN" altLang="en-US"/>
        </a:p>
      </dgm:t>
    </dgm:pt>
    <dgm:pt modelId="{53EF14C8-8ED6-4788-A641-161E848D530D}" type="sibTrans" cxnId="{2CAF69FA-AD2D-480D-832E-35EE5D9372A5}">
      <dgm:prSet/>
      <dgm:spPr/>
      <dgm:t>
        <a:bodyPr/>
        <a:lstStyle/>
        <a:p>
          <a:endParaRPr lang="zh-CN" altLang="en-US"/>
        </a:p>
      </dgm:t>
    </dgm:pt>
    <dgm:pt modelId="{6B1D56D2-1B48-4971-91D5-81F00942F696}">
      <dgm:prSet phldrT="[文本]"/>
      <dgm:spPr/>
      <dgm:t>
        <a:bodyPr/>
        <a:lstStyle/>
        <a:p>
          <a:r>
            <a:rPr lang="en-US" altLang="zh-CN" dirty="0"/>
            <a:t>JUnit</a:t>
          </a:r>
          <a:endParaRPr lang="zh-CN" altLang="en-US" dirty="0"/>
        </a:p>
      </dgm:t>
    </dgm:pt>
    <dgm:pt modelId="{807C52BD-5A08-4255-950A-734E62E87C5A}" type="parTrans" cxnId="{18A077F9-7476-4F1F-9D26-C8EA6633522B}">
      <dgm:prSet/>
      <dgm:spPr/>
      <dgm:t>
        <a:bodyPr/>
        <a:lstStyle/>
        <a:p>
          <a:endParaRPr lang="zh-CN" altLang="en-US"/>
        </a:p>
      </dgm:t>
    </dgm:pt>
    <dgm:pt modelId="{E0310F9B-B486-4006-A660-206156543969}" type="sibTrans" cxnId="{18A077F9-7476-4F1F-9D26-C8EA6633522B}">
      <dgm:prSet/>
      <dgm:spPr/>
      <dgm:t>
        <a:bodyPr/>
        <a:lstStyle/>
        <a:p>
          <a:endParaRPr lang="zh-CN" altLang="en-US"/>
        </a:p>
      </dgm:t>
    </dgm:pt>
    <dgm:pt modelId="{7AC85991-D4B5-44AF-9829-FAAA07A171B7}" type="pres">
      <dgm:prSet presAssocID="{09703D03-F541-4680-9B0B-2E24A71E2208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90A2BC1C-036C-4447-930F-F36EFAC8840C}" type="pres">
      <dgm:prSet presAssocID="{41E7A06F-818D-410E-9BCC-09122FACEEDA}" presName="root1" presStyleCnt="0"/>
      <dgm:spPr/>
    </dgm:pt>
    <dgm:pt modelId="{F2FCC25B-DEBD-4F2F-8461-6323F752A39D}" type="pres">
      <dgm:prSet presAssocID="{41E7A06F-818D-410E-9BCC-09122FACEEDA}" presName="LevelOneTextNode" presStyleLbl="node0" presStyleIdx="0" presStyleCnt="1" custAng="5400000" custScaleY="39113" custLinFactX="-100000" custLinFactNeighborX="-145623" custLinFactNeighborY="488">
        <dgm:presLayoutVars>
          <dgm:chPref val="3"/>
        </dgm:presLayoutVars>
      </dgm:prSet>
      <dgm:spPr/>
    </dgm:pt>
    <dgm:pt modelId="{2B4C7324-16A9-4FFA-A4F8-E80978797BF6}" type="pres">
      <dgm:prSet presAssocID="{41E7A06F-818D-410E-9BCC-09122FACEEDA}" presName="level2hierChild" presStyleCnt="0"/>
      <dgm:spPr/>
    </dgm:pt>
    <dgm:pt modelId="{D770E482-BED9-49ED-A1C5-9FA3D77B0CF5}" type="pres">
      <dgm:prSet presAssocID="{807C52BD-5A08-4255-950A-734E62E87C5A}" presName="conn2-1" presStyleLbl="parChTrans1D2" presStyleIdx="0" presStyleCnt="6"/>
      <dgm:spPr/>
    </dgm:pt>
    <dgm:pt modelId="{825C7737-BB93-4C79-A916-6ABC05722076}" type="pres">
      <dgm:prSet presAssocID="{807C52BD-5A08-4255-950A-734E62E87C5A}" presName="connTx" presStyleLbl="parChTrans1D2" presStyleIdx="0" presStyleCnt="6"/>
      <dgm:spPr/>
    </dgm:pt>
    <dgm:pt modelId="{A32C3AE4-3744-47ED-922B-3F5414111697}" type="pres">
      <dgm:prSet presAssocID="{6B1D56D2-1B48-4971-91D5-81F00942F696}" presName="root2" presStyleCnt="0"/>
      <dgm:spPr/>
    </dgm:pt>
    <dgm:pt modelId="{885245A6-B7BC-4E4B-866A-6C11E3CC2734}" type="pres">
      <dgm:prSet presAssocID="{6B1D56D2-1B48-4971-91D5-81F00942F696}" presName="LevelTwoTextNode" presStyleLbl="node2" presStyleIdx="0" presStyleCnt="6">
        <dgm:presLayoutVars>
          <dgm:chPref val="3"/>
        </dgm:presLayoutVars>
      </dgm:prSet>
      <dgm:spPr/>
    </dgm:pt>
    <dgm:pt modelId="{F0412BF8-1826-4F38-9C69-4FBCDB490388}" type="pres">
      <dgm:prSet presAssocID="{6B1D56D2-1B48-4971-91D5-81F00942F696}" presName="level3hierChild" presStyleCnt="0"/>
      <dgm:spPr/>
    </dgm:pt>
    <dgm:pt modelId="{7D445279-E76B-4E90-ABEC-641AF059C7E4}" type="pres">
      <dgm:prSet presAssocID="{DF01EF36-1340-4398-A134-E2939EFB902D}" presName="conn2-1" presStyleLbl="parChTrans1D2" presStyleIdx="1" presStyleCnt="6"/>
      <dgm:spPr/>
    </dgm:pt>
    <dgm:pt modelId="{70286987-42CD-4B3D-9924-13EC12777ECB}" type="pres">
      <dgm:prSet presAssocID="{DF01EF36-1340-4398-A134-E2939EFB902D}" presName="connTx" presStyleLbl="parChTrans1D2" presStyleIdx="1" presStyleCnt="6"/>
      <dgm:spPr/>
    </dgm:pt>
    <dgm:pt modelId="{3C79D56F-6AF8-4485-82F4-EAA83D39D1C3}" type="pres">
      <dgm:prSet presAssocID="{A2C3F9D7-5B13-49A4-9F08-416AE662EB16}" presName="root2" presStyleCnt="0"/>
      <dgm:spPr/>
    </dgm:pt>
    <dgm:pt modelId="{8D34E277-A89C-483F-A2F9-BA31EB69C6CC}" type="pres">
      <dgm:prSet presAssocID="{A2C3F9D7-5B13-49A4-9F08-416AE662EB16}" presName="LevelTwoTextNode" presStyleLbl="node2" presStyleIdx="1" presStyleCnt="6">
        <dgm:presLayoutVars>
          <dgm:chPref val="3"/>
        </dgm:presLayoutVars>
      </dgm:prSet>
      <dgm:spPr/>
    </dgm:pt>
    <dgm:pt modelId="{1D1D7243-DA9D-4A83-B6C0-9B5966158729}" type="pres">
      <dgm:prSet presAssocID="{A2C3F9D7-5B13-49A4-9F08-416AE662EB16}" presName="level3hierChild" presStyleCnt="0"/>
      <dgm:spPr/>
    </dgm:pt>
    <dgm:pt modelId="{BBEF3A71-E99E-44FC-9EE8-6B34200F1993}" type="pres">
      <dgm:prSet presAssocID="{1BB26DBF-EB36-49F4-A236-D66A4FFF4DF3}" presName="conn2-1" presStyleLbl="parChTrans1D2" presStyleIdx="2" presStyleCnt="6"/>
      <dgm:spPr/>
    </dgm:pt>
    <dgm:pt modelId="{D844ED7B-0B10-4410-9C71-C25A92A3840F}" type="pres">
      <dgm:prSet presAssocID="{1BB26DBF-EB36-49F4-A236-D66A4FFF4DF3}" presName="connTx" presStyleLbl="parChTrans1D2" presStyleIdx="2" presStyleCnt="6"/>
      <dgm:spPr/>
    </dgm:pt>
    <dgm:pt modelId="{24C04AC2-90A1-422B-ADEF-A54636D85BDC}" type="pres">
      <dgm:prSet presAssocID="{4727BB12-5ED8-4A57-9397-6881C13E0596}" presName="root2" presStyleCnt="0"/>
      <dgm:spPr/>
    </dgm:pt>
    <dgm:pt modelId="{FF330460-4FAE-410E-8778-C5931425E7F9}" type="pres">
      <dgm:prSet presAssocID="{4727BB12-5ED8-4A57-9397-6881C13E0596}" presName="LevelTwoTextNode" presStyleLbl="node2" presStyleIdx="2" presStyleCnt="6">
        <dgm:presLayoutVars>
          <dgm:chPref val="3"/>
        </dgm:presLayoutVars>
      </dgm:prSet>
      <dgm:spPr/>
    </dgm:pt>
    <dgm:pt modelId="{27F0701E-10BC-41F1-A28B-EA3F14FBE6D3}" type="pres">
      <dgm:prSet presAssocID="{4727BB12-5ED8-4A57-9397-6881C13E0596}" presName="level3hierChild" presStyleCnt="0"/>
      <dgm:spPr/>
    </dgm:pt>
    <dgm:pt modelId="{44869C5E-E771-4D24-97C7-8CCD0584BB4B}" type="pres">
      <dgm:prSet presAssocID="{4AA74CD7-2CDA-4AE1-8B1D-EFAF832B7CFA}" presName="conn2-1" presStyleLbl="parChTrans1D2" presStyleIdx="3" presStyleCnt="6"/>
      <dgm:spPr/>
    </dgm:pt>
    <dgm:pt modelId="{BA5F8A02-808E-4D53-9C6C-32F27C3DB6D9}" type="pres">
      <dgm:prSet presAssocID="{4AA74CD7-2CDA-4AE1-8B1D-EFAF832B7CFA}" presName="connTx" presStyleLbl="parChTrans1D2" presStyleIdx="3" presStyleCnt="6"/>
      <dgm:spPr/>
    </dgm:pt>
    <dgm:pt modelId="{F70B1306-2990-4821-B8C4-851E528E036B}" type="pres">
      <dgm:prSet presAssocID="{3C4B0B41-A458-4199-96E9-F6CFE419B912}" presName="root2" presStyleCnt="0"/>
      <dgm:spPr/>
    </dgm:pt>
    <dgm:pt modelId="{E25ACB16-C30D-4684-ACA5-29D72496B51E}" type="pres">
      <dgm:prSet presAssocID="{3C4B0B41-A458-4199-96E9-F6CFE419B912}" presName="LevelTwoTextNode" presStyleLbl="node2" presStyleIdx="3" presStyleCnt="6">
        <dgm:presLayoutVars>
          <dgm:chPref val="3"/>
        </dgm:presLayoutVars>
      </dgm:prSet>
      <dgm:spPr/>
    </dgm:pt>
    <dgm:pt modelId="{6846E062-04B7-4A0D-B29E-009095834E67}" type="pres">
      <dgm:prSet presAssocID="{3C4B0B41-A458-4199-96E9-F6CFE419B912}" presName="level3hierChild" presStyleCnt="0"/>
      <dgm:spPr/>
    </dgm:pt>
    <dgm:pt modelId="{B4E6890A-7E1D-4EC6-99B1-2B0DE41A9EEA}" type="pres">
      <dgm:prSet presAssocID="{B30B176E-B3A6-4EFA-8E6E-80FE0D676751}" presName="conn2-1" presStyleLbl="parChTrans1D2" presStyleIdx="4" presStyleCnt="6"/>
      <dgm:spPr/>
    </dgm:pt>
    <dgm:pt modelId="{0345EEA2-251D-4E4E-BB49-4A6047005F0F}" type="pres">
      <dgm:prSet presAssocID="{B30B176E-B3A6-4EFA-8E6E-80FE0D676751}" presName="connTx" presStyleLbl="parChTrans1D2" presStyleIdx="4" presStyleCnt="6"/>
      <dgm:spPr/>
    </dgm:pt>
    <dgm:pt modelId="{BCC3D47D-6BA1-4890-B6E9-826C1DF77920}" type="pres">
      <dgm:prSet presAssocID="{FFD395C9-187F-4D1C-99C3-01C60F227EB9}" presName="root2" presStyleCnt="0"/>
      <dgm:spPr/>
    </dgm:pt>
    <dgm:pt modelId="{9B758221-E241-417C-8A07-F6A192A2C393}" type="pres">
      <dgm:prSet presAssocID="{FFD395C9-187F-4D1C-99C3-01C60F227EB9}" presName="LevelTwoTextNode" presStyleLbl="node2" presStyleIdx="4" presStyleCnt="6">
        <dgm:presLayoutVars>
          <dgm:chPref val="3"/>
        </dgm:presLayoutVars>
      </dgm:prSet>
      <dgm:spPr/>
    </dgm:pt>
    <dgm:pt modelId="{F39C6E19-7BCD-4A47-9E69-AE5411257914}" type="pres">
      <dgm:prSet presAssocID="{FFD395C9-187F-4D1C-99C3-01C60F227EB9}" presName="level3hierChild" presStyleCnt="0"/>
      <dgm:spPr/>
    </dgm:pt>
    <dgm:pt modelId="{517C62FB-456A-4CCA-A432-776DD3B3D7A2}" type="pres">
      <dgm:prSet presAssocID="{802CC169-B676-4A51-9AC9-B2042E8C8F8F}" presName="conn2-1" presStyleLbl="parChTrans1D2" presStyleIdx="5" presStyleCnt="6"/>
      <dgm:spPr/>
    </dgm:pt>
    <dgm:pt modelId="{8EE00E55-4C0D-45B5-99E5-37188A7AFB26}" type="pres">
      <dgm:prSet presAssocID="{802CC169-B676-4A51-9AC9-B2042E8C8F8F}" presName="connTx" presStyleLbl="parChTrans1D2" presStyleIdx="5" presStyleCnt="6"/>
      <dgm:spPr/>
    </dgm:pt>
    <dgm:pt modelId="{DCE2BCAF-E4BB-4985-AF82-DB8319B32BCA}" type="pres">
      <dgm:prSet presAssocID="{9BE3B04E-7763-4CB3-AFFD-B2085DD60B44}" presName="root2" presStyleCnt="0"/>
      <dgm:spPr/>
    </dgm:pt>
    <dgm:pt modelId="{8C8748DD-F39F-4490-BEA8-AF95784935D1}" type="pres">
      <dgm:prSet presAssocID="{9BE3B04E-7763-4CB3-AFFD-B2085DD60B44}" presName="LevelTwoTextNode" presStyleLbl="node2" presStyleIdx="5" presStyleCnt="6">
        <dgm:presLayoutVars>
          <dgm:chPref val="3"/>
        </dgm:presLayoutVars>
      </dgm:prSet>
      <dgm:spPr/>
    </dgm:pt>
    <dgm:pt modelId="{5730BEF6-254F-4175-A05B-CAC653999DBF}" type="pres">
      <dgm:prSet presAssocID="{9BE3B04E-7763-4CB3-AFFD-B2085DD60B44}" presName="level3hierChild" presStyleCnt="0"/>
      <dgm:spPr/>
    </dgm:pt>
  </dgm:ptLst>
  <dgm:cxnLst>
    <dgm:cxn modelId="{1B9E9302-8FD8-4EB3-A130-4C079E7B4560}" type="presOf" srcId="{09703D03-F541-4680-9B0B-2E24A71E2208}" destId="{7AC85991-D4B5-44AF-9829-FAAA07A171B7}" srcOrd="0" destOrd="0" presId="urn:microsoft.com/office/officeart/2008/layout/HorizontalMultiLevelHierarchy"/>
    <dgm:cxn modelId="{7B35DC06-57AA-4170-8A9F-F7D82DA1A338}" srcId="{41E7A06F-818D-410E-9BCC-09122FACEEDA}" destId="{FFD395C9-187F-4D1C-99C3-01C60F227EB9}" srcOrd="4" destOrd="0" parTransId="{B30B176E-B3A6-4EFA-8E6E-80FE0D676751}" sibTransId="{A7CD8BAB-E1D9-43FD-BC2D-391202BE9A95}"/>
    <dgm:cxn modelId="{773CA623-64D4-4A86-9053-15BD170F59CB}" srcId="{41E7A06F-818D-410E-9BCC-09122FACEEDA}" destId="{4727BB12-5ED8-4A57-9397-6881C13E0596}" srcOrd="2" destOrd="0" parTransId="{1BB26DBF-EB36-49F4-A236-D66A4FFF4DF3}" sibTransId="{EEA342E3-9C99-47D9-93F5-A97D953B77BE}"/>
    <dgm:cxn modelId="{6DD14A25-D1FE-4FED-AE2B-40AFE330CD69}" type="presOf" srcId="{DF01EF36-1340-4398-A134-E2939EFB902D}" destId="{7D445279-E76B-4E90-ABEC-641AF059C7E4}" srcOrd="0" destOrd="0" presId="urn:microsoft.com/office/officeart/2008/layout/HorizontalMultiLevelHierarchy"/>
    <dgm:cxn modelId="{B7AEBE2B-C2C2-4B1F-93DB-D18CC33290F3}" type="presOf" srcId="{802CC169-B676-4A51-9AC9-B2042E8C8F8F}" destId="{8EE00E55-4C0D-45B5-99E5-37188A7AFB26}" srcOrd="1" destOrd="0" presId="urn:microsoft.com/office/officeart/2008/layout/HorizontalMultiLevelHierarchy"/>
    <dgm:cxn modelId="{735B5C2C-E0CC-4AFA-AEE8-828BB90730AD}" type="presOf" srcId="{4AA74CD7-2CDA-4AE1-8B1D-EFAF832B7CFA}" destId="{44869C5E-E771-4D24-97C7-8CCD0584BB4B}" srcOrd="0" destOrd="0" presId="urn:microsoft.com/office/officeart/2008/layout/HorizontalMultiLevelHierarchy"/>
    <dgm:cxn modelId="{E0D23533-8F2F-4FF4-8A06-2DB0EA33B4FD}" srcId="{41E7A06F-818D-410E-9BCC-09122FACEEDA}" destId="{A2C3F9D7-5B13-49A4-9F08-416AE662EB16}" srcOrd="1" destOrd="0" parTransId="{DF01EF36-1340-4398-A134-E2939EFB902D}" sibTransId="{7E7802F9-54FD-4C5F-A151-231EC4B55883}"/>
    <dgm:cxn modelId="{B4C1F447-CD0A-4B7E-AB71-B584DA6FF35A}" type="presOf" srcId="{807C52BD-5A08-4255-950A-734E62E87C5A}" destId="{D770E482-BED9-49ED-A1C5-9FA3D77B0CF5}" srcOrd="0" destOrd="0" presId="urn:microsoft.com/office/officeart/2008/layout/HorizontalMultiLevelHierarchy"/>
    <dgm:cxn modelId="{94BBA777-7524-46F4-AC8A-C56DA7CF9FF6}" type="presOf" srcId="{3C4B0B41-A458-4199-96E9-F6CFE419B912}" destId="{E25ACB16-C30D-4684-ACA5-29D72496B51E}" srcOrd="0" destOrd="0" presId="urn:microsoft.com/office/officeart/2008/layout/HorizontalMultiLevelHierarchy"/>
    <dgm:cxn modelId="{4367E259-2945-4BF9-B2D6-20C0ED1CD335}" type="presOf" srcId="{41E7A06F-818D-410E-9BCC-09122FACEEDA}" destId="{F2FCC25B-DEBD-4F2F-8461-6323F752A39D}" srcOrd="0" destOrd="0" presId="urn:microsoft.com/office/officeart/2008/layout/HorizontalMultiLevelHierarchy"/>
    <dgm:cxn modelId="{A549238B-8568-4705-A5CF-B4B859E44CB7}" type="presOf" srcId="{6B1D56D2-1B48-4971-91D5-81F00942F696}" destId="{885245A6-B7BC-4E4B-866A-6C11E3CC2734}" srcOrd="0" destOrd="0" presId="urn:microsoft.com/office/officeart/2008/layout/HorizontalMultiLevelHierarchy"/>
    <dgm:cxn modelId="{41197E92-4D27-46A8-A90B-4ACE0FB7F263}" type="presOf" srcId="{802CC169-B676-4A51-9AC9-B2042E8C8F8F}" destId="{517C62FB-456A-4CCA-A432-776DD3B3D7A2}" srcOrd="0" destOrd="0" presId="urn:microsoft.com/office/officeart/2008/layout/HorizontalMultiLevelHierarchy"/>
    <dgm:cxn modelId="{5F08B693-B869-4FC9-A78F-6C85B376722D}" type="presOf" srcId="{A2C3F9D7-5B13-49A4-9F08-416AE662EB16}" destId="{8D34E277-A89C-483F-A2F9-BA31EB69C6CC}" srcOrd="0" destOrd="0" presId="urn:microsoft.com/office/officeart/2008/layout/HorizontalMultiLevelHierarchy"/>
    <dgm:cxn modelId="{BFC75AA4-0A92-4D83-A395-5D606AF7465F}" type="presOf" srcId="{FFD395C9-187F-4D1C-99C3-01C60F227EB9}" destId="{9B758221-E241-417C-8A07-F6A192A2C393}" srcOrd="0" destOrd="0" presId="urn:microsoft.com/office/officeart/2008/layout/HorizontalMultiLevelHierarchy"/>
    <dgm:cxn modelId="{BCFF6BB1-C2B2-4BBF-B778-23FAB8140843}" type="presOf" srcId="{4727BB12-5ED8-4A57-9397-6881C13E0596}" destId="{FF330460-4FAE-410E-8778-C5931425E7F9}" srcOrd="0" destOrd="0" presId="urn:microsoft.com/office/officeart/2008/layout/HorizontalMultiLevelHierarchy"/>
    <dgm:cxn modelId="{EB5D2FB5-1F10-431A-8F06-089C803FAE8C}" type="presOf" srcId="{B30B176E-B3A6-4EFA-8E6E-80FE0D676751}" destId="{0345EEA2-251D-4E4E-BB49-4A6047005F0F}" srcOrd="1" destOrd="0" presId="urn:microsoft.com/office/officeart/2008/layout/HorizontalMultiLevelHierarchy"/>
    <dgm:cxn modelId="{2BB752B7-673B-41A9-A9BF-92431025C061}" srcId="{41E7A06F-818D-410E-9BCC-09122FACEEDA}" destId="{3C4B0B41-A458-4199-96E9-F6CFE419B912}" srcOrd="3" destOrd="0" parTransId="{4AA74CD7-2CDA-4AE1-8B1D-EFAF832B7CFA}" sibTransId="{05A294AD-9440-45D0-A279-1A8316117D1D}"/>
    <dgm:cxn modelId="{521A25CF-7205-4BCE-9F17-072DEFAC620F}" type="presOf" srcId="{B30B176E-B3A6-4EFA-8E6E-80FE0D676751}" destId="{B4E6890A-7E1D-4EC6-99B1-2B0DE41A9EEA}" srcOrd="0" destOrd="0" presId="urn:microsoft.com/office/officeart/2008/layout/HorizontalMultiLevelHierarchy"/>
    <dgm:cxn modelId="{C59FA6D1-B711-4162-A781-6D8F5742ACB0}" type="presOf" srcId="{807C52BD-5A08-4255-950A-734E62E87C5A}" destId="{825C7737-BB93-4C79-A916-6ABC05722076}" srcOrd="1" destOrd="0" presId="urn:microsoft.com/office/officeart/2008/layout/HorizontalMultiLevelHierarchy"/>
    <dgm:cxn modelId="{608F34E4-CC83-4057-A811-FDB816CC1192}" type="presOf" srcId="{DF01EF36-1340-4398-A134-E2939EFB902D}" destId="{70286987-42CD-4B3D-9924-13EC12777ECB}" srcOrd="1" destOrd="0" presId="urn:microsoft.com/office/officeart/2008/layout/HorizontalMultiLevelHierarchy"/>
    <dgm:cxn modelId="{2E77A9E8-776A-4E2A-A2EC-34C02989759D}" type="presOf" srcId="{1BB26DBF-EB36-49F4-A236-D66A4FFF4DF3}" destId="{BBEF3A71-E99E-44FC-9EE8-6B34200F1993}" srcOrd="0" destOrd="0" presId="urn:microsoft.com/office/officeart/2008/layout/HorizontalMultiLevelHierarchy"/>
    <dgm:cxn modelId="{942EA6EA-54A4-4CE1-9836-7048B2364AB8}" type="presOf" srcId="{9BE3B04E-7763-4CB3-AFFD-B2085DD60B44}" destId="{8C8748DD-F39F-4490-BEA8-AF95784935D1}" srcOrd="0" destOrd="0" presId="urn:microsoft.com/office/officeart/2008/layout/HorizontalMultiLevelHierarchy"/>
    <dgm:cxn modelId="{365166EF-A66F-488F-9492-9D88B6AE36B7}" type="presOf" srcId="{4AA74CD7-2CDA-4AE1-8B1D-EFAF832B7CFA}" destId="{BA5F8A02-808E-4D53-9C6C-32F27C3DB6D9}" srcOrd="1" destOrd="0" presId="urn:microsoft.com/office/officeart/2008/layout/HorizontalMultiLevelHierarchy"/>
    <dgm:cxn modelId="{3A5F24F2-8414-40B9-A466-E959A1A577F8}" type="presOf" srcId="{1BB26DBF-EB36-49F4-A236-D66A4FFF4DF3}" destId="{D844ED7B-0B10-4410-9C71-C25A92A3840F}" srcOrd="1" destOrd="0" presId="urn:microsoft.com/office/officeart/2008/layout/HorizontalMultiLevelHierarchy"/>
    <dgm:cxn modelId="{18A077F9-7476-4F1F-9D26-C8EA6633522B}" srcId="{41E7A06F-818D-410E-9BCC-09122FACEEDA}" destId="{6B1D56D2-1B48-4971-91D5-81F00942F696}" srcOrd="0" destOrd="0" parTransId="{807C52BD-5A08-4255-950A-734E62E87C5A}" sibTransId="{E0310F9B-B486-4006-A660-206156543969}"/>
    <dgm:cxn modelId="{2CAF69FA-AD2D-480D-832E-35EE5D9372A5}" srcId="{41E7A06F-818D-410E-9BCC-09122FACEEDA}" destId="{9BE3B04E-7763-4CB3-AFFD-B2085DD60B44}" srcOrd="5" destOrd="0" parTransId="{802CC169-B676-4A51-9AC9-B2042E8C8F8F}" sibTransId="{53EF14C8-8ED6-4788-A641-161E848D530D}"/>
    <dgm:cxn modelId="{9E9D89FB-CC89-4DD6-BD4F-5C11C8344678}" srcId="{09703D03-F541-4680-9B0B-2E24A71E2208}" destId="{41E7A06F-818D-410E-9BCC-09122FACEEDA}" srcOrd="0" destOrd="0" parTransId="{48D8E6E4-45C9-4CA6-96B1-78F98CC66C78}" sibTransId="{F8140EE2-82FD-4F75-9687-8194AD70BA26}"/>
    <dgm:cxn modelId="{247C3239-D49E-4977-AD40-8E563BBE3DB5}" type="presParOf" srcId="{7AC85991-D4B5-44AF-9829-FAAA07A171B7}" destId="{90A2BC1C-036C-4447-930F-F36EFAC8840C}" srcOrd="0" destOrd="0" presId="urn:microsoft.com/office/officeart/2008/layout/HorizontalMultiLevelHierarchy"/>
    <dgm:cxn modelId="{CD57D3EB-B05D-40A3-BB6B-4A1B89808666}" type="presParOf" srcId="{90A2BC1C-036C-4447-930F-F36EFAC8840C}" destId="{F2FCC25B-DEBD-4F2F-8461-6323F752A39D}" srcOrd="0" destOrd="0" presId="urn:microsoft.com/office/officeart/2008/layout/HorizontalMultiLevelHierarchy"/>
    <dgm:cxn modelId="{9903CB80-74F6-4B94-B6B9-2DC3423CB234}" type="presParOf" srcId="{90A2BC1C-036C-4447-930F-F36EFAC8840C}" destId="{2B4C7324-16A9-4FFA-A4F8-E80978797BF6}" srcOrd="1" destOrd="0" presId="urn:microsoft.com/office/officeart/2008/layout/HorizontalMultiLevelHierarchy"/>
    <dgm:cxn modelId="{FDA133D4-4320-4939-8200-15ADCB7F9E36}" type="presParOf" srcId="{2B4C7324-16A9-4FFA-A4F8-E80978797BF6}" destId="{D770E482-BED9-49ED-A1C5-9FA3D77B0CF5}" srcOrd="0" destOrd="0" presId="urn:microsoft.com/office/officeart/2008/layout/HorizontalMultiLevelHierarchy"/>
    <dgm:cxn modelId="{1A3474F8-D5DC-43AE-9285-1FEB9C3DBC0C}" type="presParOf" srcId="{D770E482-BED9-49ED-A1C5-9FA3D77B0CF5}" destId="{825C7737-BB93-4C79-A916-6ABC05722076}" srcOrd="0" destOrd="0" presId="urn:microsoft.com/office/officeart/2008/layout/HorizontalMultiLevelHierarchy"/>
    <dgm:cxn modelId="{E02621BF-93A1-4A8E-97C5-0076E315846D}" type="presParOf" srcId="{2B4C7324-16A9-4FFA-A4F8-E80978797BF6}" destId="{A32C3AE4-3744-47ED-922B-3F5414111697}" srcOrd="1" destOrd="0" presId="urn:microsoft.com/office/officeart/2008/layout/HorizontalMultiLevelHierarchy"/>
    <dgm:cxn modelId="{6D9EF137-2ABF-4311-9F89-4C04DD69008A}" type="presParOf" srcId="{A32C3AE4-3744-47ED-922B-3F5414111697}" destId="{885245A6-B7BC-4E4B-866A-6C11E3CC2734}" srcOrd="0" destOrd="0" presId="urn:microsoft.com/office/officeart/2008/layout/HorizontalMultiLevelHierarchy"/>
    <dgm:cxn modelId="{F7FE7B86-67D1-4E5B-A0BF-AA795C976943}" type="presParOf" srcId="{A32C3AE4-3744-47ED-922B-3F5414111697}" destId="{F0412BF8-1826-4F38-9C69-4FBCDB490388}" srcOrd="1" destOrd="0" presId="urn:microsoft.com/office/officeart/2008/layout/HorizontalMultiLevelHierarchy"/>
    <dgm:cxn modelId="{48CC76B1-0BA3-44CC-B249-F2EDA420CF8F}" type="presParOf" srcId="{2B4C7324-16A9-4FFA-A4F8-E80978797BF6}" destId="{7D445279-E76B-4E90-ABEC-641AF059C7E4}" srcOrd="2" destOrd="0" presId="urn:microsoft.com/office/officeart/2008/layout/HorizontalMultiLevelHierarchy"/>
    <dgm:cxn modelId="{87D7DB40-DA39-446C-92DD-ACD665869594}" type="presParOf" srcId="{7D445279-E76B-4E90-ABEC-641AF059C7E4}" destId="{70286987-42CD-4B3D-9924-13EC12777ECB}" srcOrd="0" destOrd="0" presId="urn:microsoft.com/office/officeart/2008/layout/HorizontalMultiLevelHierarchy"/>
    <dgm:cxn modelId="{4B02EA14-1E9E-4AE4-9B1B-FC9355220637}" type="presParOf" srcId="{2B4C7324-16A9-4FFA-A4F8-E80978797BF6}" destId="{3C79D56F-6AF8-4485-82F4-EAA83D39D1C3}" srcOrd="3" destOrd="0" presId="urn:microsoft.com/office/officeart/2008/layout/HorizontalMultiLevelHierarchy"/>
    <dgm:cxn modelId="{8793D7B2-EFA0-46E7-A1F1-3BB0E691050C}" type="presParOf" srcId="{3C79D56F-6AF8-4485-82F4-EAA83D39D1C3}" destId="{8D34E277-A89C-483F-A2F9-BA31EB69C6CC}" srcOrd="0" destOrd="0" presId="urn:microsoft.com/office/officeart/2008/layout/HorizontalMultiLevelHierarchy"/>
    <dgm:cxn modelId="{612072B5-8391-4589-998A-30F922380C1F}" type="presParOf" srcId="{3C79D56F-6AF8-4485-82F4-EAA83D39D1C3}" destId="{1D1D7243-DA9D-4A83-B6C0-9B5966158729}" srcOrd="1" destOrd="0" presId="urn:microsoft.com/office/officeart/2008/layout/HorizontalMultiLevelHierarchy"/>
    <dgm:cxn modelId="{C5CEDB8A-7BF4-4EA5-AA33-D49AD5C88B12}" type="presParOf" srcId="{2B4C7324-16A9-4FFA-A4F8-E80978797BF6}" destId="{BBEF3A71-E99E-44FC-9EE8-6B34200F1993}" srcOrd="4" destOrd="0" presId="urn:microsoft.com/office/officeart/2008/layout/HorizontalMultiLevelHierarchy"/>
    <dgm:cxn modelId="{10F536E3-1A52-444A-88FB-A77646D3DA30}" type="presParOf" srcId="{BBEF3A71-E99E-44FC-9EE8-6B34200F1993}" destId="{D844ED7B-0B10-4410-9C71-C25A92A3840F}" srcOrd="0" destOrd="0" presId="urn:microsoft.com/office/officeart/2008/layout/HorizontalMultiLevelHierarchy"/>
    <dgm:cxn modelId="{D533267E-669E-44E2-8E97-022FE7FF441D}" type="presParOf" srcId="{2B4C7324-16A9-4FFA-A4F8-E80978797BF6}" destId="{24C04AC2-90A1-422B-ADEF-A54636D85BDC}" srcOrd="5" destOrd="0" presId="urn:microsoft.com/office/officeart/2008/layout/HorizontalMultiLevelHierarchy"/>
    <dgm:cxn modelId="{62F63AEF-7937-4E38-968E-26762F7C7D89}" type="presParOf" srcId="{24C04AC2-90A1-422B-ADEF-A54636D85BDC}" destId="{FF330460-4FAE-410E-8778-C5931425E7F9}" srcOrd="0" destOrd="0" presId="urn:microsoft.com/office/officeart/2008/layout/HorizontalMultiLevelHierarchy"/>
    <dgm:cxn modelId="{45413ACB-3D30-4718-A899-314CF8A297DD}" type="presParOf" srcId="{24C04AC2-90A1-422B-ADEF-A54636D85BDC}" destId="{27F0701E-10BC-41F1-A28B-EA3F14FBE6D3}" srcOrd="1" destOrd="0" presId="urn:microsoft.com/office/officeart/2008/layout/HorizontalMultiLevelHierarchy"/>
    <dgm:cxn modelId="{70217EF1-9696-4953-9E29-8027769C0E13}" type="presParOf" srcId="{2B4C7324-16A9-4FFA-A4F8-E80978797BF6}" destId="{44869C5E-E771-4D24-97C7-8CCD0584BB4B}" srcOrd="6" destOrd="0" presId="urn:microsoft.com/office/officeart/2008/layout/HorizontalMultiLevelHierarchy"/>
    <dgm:cxn modelId="{0573DE1F-EA5B-491E-AD7F-3066982AA921}" type="presParOf" srcId="{44869C5E-E771-4D24-97C7-8CCD0584BB4B}" destId="{BA5F8A02-808E-4D53-9C6C-32F27C3DB6D9}" srcOrd="0" destOrd="0" presId="urn:microsoft.com/office/officeart/2008/layout/HorizontalMultiLevelHierarchy"/>
    <dgm:cxn modelId="{DEBD9D01-C392-486D-9EF1-C1BB93A406F6}" type="presParOf" srcId="{2B4C7324-16A9-4FFA-A4F8-E80978797BF6}" destId="{F70B1306-2990-4821-B8C4-851E528E036B}" srcOrd="7" destOrd="0" presId="urn:microsoft.com/office/officeart/2008/layout/HorizontalMultiLevelHierarchy"/>
    <dgm:cxn modelId="{069ACB9B-C289-41AD-A15F-98EBD42B9F54}" type="presParOf" srcId="{F70B1306-2990-4821-B8C4-851E528E036B}" destId="{E25ACB16-C30D-4684-ACA5-29D72496B51E}" srcOrd="0" destOrd="0" presId="urn:microsoft.com/office/officeart/2008/layout/HorizontalMultiLevelHierarchy"/>
    <dgm:cxn modelId="{7177B0FB-9FBD-4B9B-8273-D510A6050802}" type="presParOf" srcId="{F70B1306-2990-4821-B8C4-851E528E036B}" destId="{6846E062-04B7-4A0D-B29E-009095834E67}" srcOrd="1" destOrd="0" presId="urn:microsoft.com/office/officeart/2008/layout/HorizontalMultiLevelHierarchy"/>
    <dgm:cxn modelId="{4F58D9BA-8F81-4205-AC32-0825FE475818}" type="presParOf" srcId="{2B4C7324-16A9-4FFA-A4F8-E80978797BF6}" destId="{B4E6890A-7E1D-4EC6-99B1-2B0DE41A9EEA}" srcOrd="8" destOrd="0" presId="urn:microsoft.com/office/officeart/2008/layout/HorizontalMultiLevelHierarchy"/>
    <dgm:cxn modelId="{1F0E68DA-70A1-4057-A79D-93073A42CABF}" type="presParOf" srcId="{B4E6890A-7E1D-4EC6-99B1-2B0DE41A9EEA}" destId="{0345EEA2-251D-4E4E-BB49-4A6047005F0F}" srcOrd="0" destOrd="0" presId="urn:microsoft.com/office/officeart/2008/layout/HorizontalMultiLevelHierarchy"/>
    <dgm:cxn modelId="{5438C65A-A80D-4DEE-9F5F-071C0BE4A464}" type="presParOf" srcId="{2B4C7324-16A9-4FFA-A4F8-E80978797BF6}" destId="{BCC3D47D-6BA1-4890-B6E9-826C1DF77920}" srcOrd="9" destOrd="0" presId="urn:microsoft.com/office/officeart/2008/layout/HorizontalMultiLevelHierarchy"/>
    <dgm:cxn modelId="{0D0157E0-EFCE-48DF-9095-CB20430E0265}" type="presParOf" srcId="{BCC3D47D-6BA1-4890-B6E9-826C1DF77920}" destId="{9B758221-E241-417C-8A07-F6A192A2C393}" srcOrd="0" destOrd="0" presId="urn:microsoft.com/office/officeart/2008/layout/HorizontalMultiLevelHierarchy"/>
    <dgm:cxn modelId="{ACA7366C-BB62-48AE-87BA-5630CDAF8862}" type="presParOf" srcId="{BCC3D47D-6BA1-4890-B6E9-826C1DF77920}" destId="{F39C6E19-7BCD-4A47-9E69-AE5411257914}" srcOrd="1" destOrd="0" presId="urn:microsoft.com/office/officeart/2008/layout/HorizontalMultiLevelHierarchy"/>
    <dgm:cxn modelId="{EF6D8242-C4C3-4703-A99C-40D587E1A4E8}" type="presParOf" srcId="{2B4C7324-16A9-4FFA-A4F8-E80978797BF6}" destId="{517C62FB-456A-4CCA-A432-776DD3B3D7A2}" srcOrd="10" destOrd="0" presId="urn:microsoft.com/office/officeart/2008/layout/HorizontalMultiLevelHierarchy"/>
    <dgm:cxn modelId="{03B4AF76-210D-444A-950F-8E1B8DA67603}" type="presParOf" srcId="{517C62FB-456A-4CCA-A432-776DD3B3D7A2}" destId="{8EE00E55-4C0D-45B5-99E5-37188A7AFB26}" srcOrd="0" destOrd="0" presId="urn:microsoft.com/office/officeart/2008/layout/HorizontalMultiLevelHierarchy"/>
    <dgm:cxn modelId="{84EEF6E3-1A31-4D64-9D45-8E4025FDE8F1}" type="presParOf" srcId="{2B4C7324-16A9-4FFA-A4F8-E80978797BF6}" destId="{DCE2BCAF-E4BB-4985-AF82-DB8319B32BCA}" srcOrd="11" destOrd="0" presId="urn:microsoft.com/office/officeart/2008/layout/HorizontalMultiLevelHierarchy"/>
    <dgm:cxn modelId="{B18CAF9B-2A6E-4768-804A-85CA62E36684}" type="presParOf" srcId="{DCE2BCAF-E4BB-4985-AF82-DB8319B32BCA}" destId="{8C8748DD-F39F-4490-BEA8-AF95784935D1}" srcOrd="0" destOrd="0" presId="urn:microsoft.com/office/officeart/2008/layout/HorizontalMultiLevelHierarchy"/>
    <dgm:cxn modelId="{2E267825-02B2-424A-AA9B-72DE2B3882CC}" type="presParOf" srcId="{DCE2BCAF-E4BB-4985-AF82-DB8319B32BCA}" destId="{5730BEF6-254F-4175-A05B-CAC653999DBF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7013B32-7D02-4990-9A31-40765E54BF87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3D8087A7-781F-4CBC-9533-5A5095B07B66}">
      <dgm:prSet phldrT="[文本]"/>
      <dgm:spPr/>
      <dgm:t>
        <a:bodyPr/>
        <a:lstStyle/>
        <a:p>
          <a:r>
            <a:rPr lang="zh-CN" altLang="en-US" dirty="0"/>
            <a:t>测试夹具定义</a:t>
          </a:r>
        </a:p>
      </dgm:t>
    </dgm:pt>
    <dgm:pt modelId="{09C1BB90-B0F4-4319-B557-33FCE40E078F}" type="parTrans" cxnId="{28A8D839-50AE-4B55-A11C-D1B632140604}">
      <dgm:prSet/>
      <dgm:spPr/>
      <dgm:t>
        <a:bodyPr/>
        <a:lstStyle/>
        <a:p>
          <a:endParaRPr lang="zh-CN" altLang="en-US"/>
        </a:p>
      </dgm:t>
    </dgm:pt>
    <dgm:pt modelId="{F87EFC4F-9C87-405C-B4D1-3694CBFFC4C3}" type="sibTrans" cxnId="{28A8D839-50AE-4B55-A11C-D1B632140604}">
      <dgm:prSet/>
      <dgm:spPr/>
      <dgm:t>
        <a:bodyPr/>
        <a:lstStyle/>
        <a:p>
          <a:endParaRPr lang="zh-CN" altLang="en-US"/>
        </a:p>
      </dgm:t>
    </dgm:pt>
    <dgm:pt modelId="{94EDFF49-DFD6-4C79-A19D-3DA837B7C89D}">
      <dgm:prSet phldrT="[文本]"/>
      <dgm:spPr/>
      <dgm:t>
        <a:bodyPr/>
        <a:lstStyle/>
        <a:p>
          <a:r>
            <a:rPr lang="zh-CN" altLang="en-US" dirty="0"/>
            <a:t>创建一个从 </a:t>
          </a:r>
          <a:r>
            <a:rPr lang="en-US" altLang="en-US" dirty="0"/>
            <a:t>::testing::</a:t>
          </a:r>
          <a:r>
            <a:rPr lang="en-US" altLang="en-US" dirty="0" err="1"/>
            <a:t>TestWithParam</a:t>
          </a:r>
          <a:r>
            <a:rPr lang="en-US" altLang="en-US" dirty="0"/>
            <a:t>&lt;T&gt; </a:t>
          </a:r>
          <a:r>
            <a:rPr lang="zh-CN" altLang="en-US" dirty="0"/>
            <a:t>继承的类</a:t>
          </a:r>
        </a:p>
      </dgm:t>
    </dgm:pt>
    <dgm:pt modelId="{E37B2070-D9C2-476D-89D8-517275D8DF5E}" type="parTrans" cxnId="{582EB12E-CA97-4809-937B-62D195B121F2}">
      <dgm:prSet/>
      <dgm:spPr/>
      <dgm:t>
        <a:bodyPr/>
        <a:lstStyle/>
        <a:p>
          <a:endParaRPr lang="zh-CN" altLang="en-US"/>
        </a:p>
      </dgm:t>
    </dgm:pt>
    <dgm:pt modelId="{E3429161-A958-4750-98BF-83A7E6A0A0EA}" type="sibTrans" cxnId="{582EB12E-CA97-4809-937B-62D195B121F2}">
      <dgm:prSet/>
      <dgm:spPr/>
      <dgm:t>
        <a:bodyPr/>
        <a:lstStyle/>
        <a:p>
          <a:endParaRPr lang="zh-CN" altLang="en-US"/>
        </a:p>
      </dgm:t>
    </dgm:pt>
    <dgm:pt modelId="{67B2F537-B287-4182-83BD-733AC758A9ED}">
      <dgm:prSet phldrT="[文本]"/>
      <dgm:spPr/>
      <dgm:t>
        <a:bodyPr/>
        <a:lstStyle/>
        <a:p>
          <a:r>
            <a:rPr lang="zh-CN" altLang="en-US" dirty="0"/>
            <a:t>测试用例定义</a:t>
          </a:r>
        </a:p>
      </dgm:t>
    </dgm:pt>
    <dgm:pt modelId="{C595575A-BEAE-4F7E-AD6B-D0A0B086D1F1}" type="parTrans" cxnId="{54671912-F35B-404C-815C-711E6999C354}">
      <dgm:prSet/>
      <dgm:spPr/>
      <dgm:t>
        <a:bodyPr/>
        <a:lstStyle/>
        <a:p>
          <a:endParaRPr lang="zh-CN" altLang="en-US"/>
        </a:p>
      </dgm:t>
    </dgm:pt>
    <dgm:pt modelId="{26BF26FB-F2B5-4BB1-8E10-EC5E3D19D51D}" type="sibTrans" cxnId="{54671912-F35B-404C-815C-711E6999C354}">
      <dgm:prSet/>
      <dgm:spPr/>
      <dgm:t>
        <a:bodyPr/>
        <a:lstStyle/>
        <a:p>
          <a:endParaRPr lang="zh-CN" altLang="en-US"/>
        </a:p>
      </dgm:t>
    </dgm:pt>
    <dgm:pt modelId="{63A915A6-F92E-43F8-9BFF-23EAE806792E}">
      <dgm:prSet phldrT="[文本]"/>
      <dgm:spPr/>
      <dgm:t>
        <a:bodyPr/>
        <a:lstStyle/>
        <a:p>
          <a:r>
            <a:rPr lang="zh-CN" altLang="zh-CN" dirty="0"/>
            <a:t>使用 </a:t>
          </a:r>
          <a:r>
            <a:rPr lang="en-US" altLang="zh-CN" dirty="0"/>
            <a:t>TEST_P </a:t>
          </a:r>
          <a:r>
            <a:rPr lang="zh-CN" altLang="en-US" dirty="0"/>
            <a:t>宏，通过 </a:t>
          </a:r>
          <a:r>
            <a:rPr lang="en-US" altLang="en-US" dirty="0" err="1"/>
            <a:t>GetParam</a:t>
          </a:r>
          <a:r>
            <a:rPr lang="en-US" altLang="en-US" dirty="0"/>
            <a:t>() </a:t>
          </a:r>
          <a:r>
            <a:rPr lang="zh-CN" altLang="en-US" dirty="0"/>
            <a:t>方法获得参数，定义测试用例</a:t>
          </a:r>
        </a:p>
      </dgm:t>
    </dgm:pt>
    <dgm:pt modelId="{58625137-FF93-4913-AC24-A6DFACE0ED23}" type="parTrans" cxnId="{C478E59D-5AAB-499B-8027-ED580626579F}">
      <dgm:prSet/>
      <dgm:spPr/>
      <dgm:t>
        <a:bodyPr/>
        <a:lstStyle/>
        <a:p>
          <a:endParaRPr lang="zh-CN" altLang="en-US"/>
        </a:p>
      </dgm:t>
    </dgm:pt>
    <dgm:pt modelId="{37BAFF35-E3A3-479F-AD76-D26A3A38BC6D}" type="sibTrans" cxnId="{C478E59D-5AAB-499B-8027-ED580626579F}">
      <dgm:prSet/>
      <dgm:spPr/>
      <dgm:t>
        <a:bodyPr/>
        <a:lstStyle/>
        <a:p>
          <a:endParaRPr lang="zh-CN" altLang="en-US"/>
        </a:p>
      </dgm:t>
    </dgm:pt>
    <dgm:pt modelId="{CC3587F4-64C7-493B-82FC-FECB06ECB805}">
      <dgm:prSet phldrT="[文本]"/>
      <dgm:spPr/>
      <dgm:t>
        <a:bodyPr/>
        <a:lstStyle/>
        <a:p>
          <a:r>
            <a:rPr lang="zh-CN" altLang="en-US" dirty="0"/>
            <a:t>测试用例实例化</a:t>
          </a:r>
        </a:p>
      </dgm:t>
    </dgm:pt>
    <dgm:pt modelId="{C9C71FF2-9A25-4478-872C-D5D8B4F4C36D}" type="parTrans" cxnId="{5BE39E6E-64D1-43E6-9241-E61F7CCFBA56}">
      <dgm:prSet/>
      <dgm:spPr/>
      <dgm:t>
        <a:bodyPr/>
        <a:lstStyle/>
        <a:p>
          <a:endParaRPr lang="zh-CN" altLang="en-US"/>
        </a:p>
      </dgm:t>
    </dgm:pt>
    <dgm:pt modelId="{597E71D4-19A6-4BE0-9719-7126F98D7B31}" type="sibTrans" cxnId="{5BE39E6E-64D1-43E6-9241-E61F7CCFBA56}">
      <dgm:prSet/>
      <dgm:spPr/>
      <dgm:t>
        <a:bodyPr/>
        <a:lstStyle/>
        <a:p>
          <a:endParaRPr lang="zh-CN" altLang="en-US"/>
        </a:p>
      </dgm:t>
    </dgm:pt>
    <dgm:pt modelId="{B40CEBBB-AEF2-41D8-A92C-5498B52804B8}">
      <dgm:prSet phldrT="[文本]"/>
      <dgm:spPr/>
      <dgm:t>
        <a:bodyPr/>
        <a:lstStyle/>
        <a:p>
          <a:r>
            <a:rPr lang="zh-CN" altLang="en-US" dirty="0"/>
            <a:t>通过 </a:t>
          </a:r>
          <a:r>
            <a:rPr lang="en-US" altLang="en-US" dirty="0"/>
            <a:t>INSTANTIATE_TEST_SUITE_P </a:t>
          </a:r>
          <a:r>
            <a:rPr lang="zh-CN" altLang="en-US" dirty="0"/>
            <a:t>宏实例化测试套件，为测试用例指定参数值列表，每个参数值用于生成一个测试实例</a:t>
          </a:r>
        </a:p>
      </dgm:t>
    </dgm:pt>
    <dgm:pt modelId="{BBF1D29C-AD3A-4A89-A615-47A3047855D0}" type="parTrans" cxnId="{19BE8AAA-7D9F-4510-9C52-D538DC7E6FE8}">
      <dgm:prSet/>
      <dgm:spPr/>
      <dgm:t>
        <a:bodyPr/>
        <a:lstStyle/>
        <a:p>
          <a:endParaRPr lang="zh-CN" altLang="en-US"/>
        </a:p>
      </dgm:t>
    </dgm:pt>
    <dgm:pt modelId="{4F12E240-E78F-4385-AD89-80058DD1E2F1}" type="sibTrans" cxnId="{19BE8AAA-7D9F-4510-9C52-D538DC7E6FE8}">
      <dgm:prSet/>
      <dgm:spPr/>
      <dgm:t>
        <a:bodyPr/>
        <a:lstStyle/>
        <a:p>
          <a:endParaRPr lang="zh-CN" altLang="en-US"/>
        </a:p>
      </dgm:t>
    </dgm:pt>
    <dgm:pt modelId="{605014C5-6A92-45FC-9F25-A20F67F72014}" type="pres">
      <dgm:prSet presAssocID="{B7013B32-7D02-4990-9A31-40765E54BF87}" presName="outerComposite" presStyleCnt="0">
        <dgm:presLayoutVars>
          <dgm:chMax val="5"/>
          <dgm:dir/>
          <dgm:resizeHandles val="exact"/>
        </dgm:presLayoutVars>
      </dgm:prSet>
      <dgm:spPr/>
    </dgm:pt>
    <dgm:pt modelId="{DDFDCDF4-7CE6-4F7A-A381-466DDF002544}" type="pres">
      <dgm:prSet presAssocID="{B7013B32-7D02-4990-9A31-40765E54BF87}" presName="dummyMaxCanvas" presStyleCnt="0">
        <dgm:presLayoutVars/>
      </dgm:prSet>
      <dgm:spPr/>
    </dgm:pt>
    <dgm:pt modelId="{FCD16EB6-9ADF-45B0-B53E-2B9F2BDED7BB}" type="pres">
      <dgm:prSet presAssocID="{B7013B32-7D02-4990-9A31-40765E54BF87}" presName="ThreeNodes_1" presStyleLbl="node1" presStyleIdx="0" presStyleCnt="3">
        <dgm:presLayoutVars>
          <dgm:bulletEnabled val="1"/>
        </dgm:presLayoutVars>
      </dgm:prSet>
      <dgm:spPr/>
    </dgm:pt>
    <dgm:pt modelId="{853A2FEE-CC14-46A1-839F-EDFD0DED26F3}" type="pres">
      <dgm:prSet presAssocID="{B7013B32-7D02-4990-9A31-40765E54BF87}" presName="ThreeNodes_2" presStyleLbl="node1" presStyleIdx="1" presStyleCnt="3">
        <dgm:presLayoutVars>
          <dgm:bulletEnabled val="1"/>
        </dgm:presLayoutVars>
      </dgm:prSet>
      <dgm:spPr/>
    </dgm:pt>
    <dgm:pt modelId="{508676C6-D80C-472E-B04E-5C8FE8084FA8}" type="pres">
      <dgm:prSet presAssocID="{B7013B32-7D02-4990-9A31-40765E54BF87}" presName="ThreeNodes_3" presStyleLbl="node1" presStyleIdx="2" presStyleCnt="3">
        <dgm:presLayoutVars>
          <dgm:bulletEnabled val="1"/>
        </dgm:presLayoutVars>
      </dgm:prSet>
      <dgm:spPr/>
    </dgm:pt>
    <dgm:pt modelId="{1862CC75-0F2F-4E64-8152-C23749C20964}" type="pres">
      <dgm:prSet presAssocID="{B7013B32-7D02-4990-9A31-40765E54BF87}" presName="ThreeConn_1-2" presStyleLbl="fgAccFollowNode1" presStyleIdx="0" presStyleCnt="2">
        <dgm:presLayoutVars>
          <dgm:bulletEnabled val="1"/>
        </dgm:presLayoutVars>
      </dgm:prSet>
      <dgm:spPr/>
    </dgm:pt>
    <dgm:pt modelId="{3E6FF468-5FBB-4881-9A6A-2DF3BFDA1E09}" type="pres">
      <dgm:prSet presAssocID="{B7013B32-7D02-4990-9A31-40765E54BF87}" presName="ThreeConn_2-3" presStyleLbl="fgAccFollowNode1" presStyleIdx="1" presStyleCnt="2">
        <dgm:presLayoutVars>
          <dgm:bulletEnabled val="1"/>
        </dgm:presLayoutVars>
      </dgm:prSet>
      <dgm:spPr/>
    </dgm:pt>
    <dgm:pt modelId="{76F40A4C-AAB6-4961-B1E5-DFFE9E4CC225}" type="pres">
      <dgm:prSet presAssocID="{B7013B32-7D02-4990-9A31-40765E54BF87}" presName="ThreeNodes_1_text" presStyleLbl="node1" presStyleIdx="2" presStyleCnt="3">
        <dgm:presLayoutVars>
          <dgm:bulletEnabled val="1"/>
        </dgm:presLayoutVars>
      </dgm:prSet>
      <dgm:spPr/>
    </dgm:pt>
    <dgm:pt modelId="{CF47EE88-0046-4881-BE11-5FCE79CD5440}" type="pres">
      <dgm:prSet presAssocID="{B7013B32-7D02-4990-9A31-40765E54BF87}" presName="ThreeNodes_2_text" presStyleLbl="node1" presStyleIdx="2" presStyleCnt="3">
        <dgm:presLayoutVars>
          <dgm:bulletEnabled val="1"/>
        </dgm:presLayoutVars>
      </dgm:prSet>
      <dgm:spPr/>
    </dgm:pt>
    <dgm:pt modelId="{40567CD8-185C-4D47-B254-20B165B27437}" type="pres">
      <dgm:prSet presAssocID="{B7013B32-7D02-4990-9A31-40765E54BF87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0FC90E08-0473-4BDF-9426-E35AA7F14C0F}" type="presOf" srcId="{B7013B32-7D02-4990-9A31-40765E54BF87}" destId="{605014C5-6A92-45FC-9F25-A20F67F72014}" srcOrd="0" destOrd="0" presId="urn:microsoft.com/office/officeart/2005/8/layout/vProcess5"/>
    <dgm:cxn modelId="{54671912-F35B-404C-815C-711E6999C354}" srcId="{B7013B32-7D02-4990-9A31-40765E54BF87}" destId="{67B2F537-B287-4182-83BD-733AC758A9ED}" srcOrd="1" destOrd="0" parTransId="{C595575A-BEAE-4F7E-AD6B-D0A0B086D1F1}" sibTransId="{26BF26FB-F2B5-4BB1-8E10-EC5E3D19D51D}"/>
    <dgm:cxn modelId="{B8E6CA2C-A77C-428F-AB6E-DDBD4DC33A1D}" type="presOf" srcId="{63A915A6-F92E-43F8-9BFF-23EAE806792E}" destId="{CF47EE88-0046-4881-BE11-5FCE79CD5440}" srcOrd="1" destOrd="1" presId="urn:microsoft.com/office/officeart/2005/8/layout/vProcess5"/>
    <dgm:cxn modelId="{582EB12E-CA97-4809-937B-62D195B121F2}" srcId="{3D8087A7-781F-4CBC-9533-5A5095B07B66}" destId="{94EDFF49-DFD6-4C79-A19D-3DA837B7C89D}" srcOrd="0" destOrd="0" parTransId="{E37B2070-D9C2-476D-89D8-517275D8DF5E}" sibTransId="{E3429161-A958-4750-98BF-83A7E6A0A0EA}"/>
    <dgm:cxn modelId="{9E45F237-8CF2-4423-BEE2-51E5AAA7EB8A}" type="presOf" srcId="{94EDFF49-DFD6-4C79-A19D-3DA837B7C89D}" destId="{FCD16EB6-9ADF-45B0-B53E-2B9F2BDED7BB}" srcOrd="0" destOrd="1" presId="urn:microsoft.com/office/officeart/2005/8/layout/vProcess5"/>
    <dgm:cxn modelId="{28A8D839-50AE-4B55-A11C-D1B632140604}" srcId="{B7013B32-7D02-4990-9A31-40765E54BF87}" destId="{3D8087A7-781F-4CBC-9533-5A5095B07B66}" srcOrd="0" destOrd="0" parTransId="{09C1BB90-B0F4-4319-B557-33FCE40E078F}" sibTransId="{F87EFC4F-9C87-405C-B4D1-3694CBFFC4C3}"/>
    <dgm:cxn modelId="{5BE39E6E-64D1-43E6-9241-E61F7CCFBA56}" srcId="{B7013B32-7D02-4990-9A31-40765E54BF87}" destId="{CC3587F4-64C7-493B-82FC-FECB06ECB805}" srcOrd="2" destOrd="0" parTransId="{C9C71FF2-9A25-4478-872C-D5D8B4F4C36D}" sibTransId="{597E71D4-19A6-4BE0-9719-7126F98D7B31}"/>
    <dgm:cxn modelId="{93CD3471-2D35-4ADB-94AD-E59861A0BE3C}" type="presOf" srcId="{94EDFF49-DFD6-4C79-A19D-3DA837B7C89D}" destId="{76F40A4C-AAB6-4961-B1E5-DFFE9E4CC225}" srcOrd="1" destOrd="1" presId="urn:microsoft.com/office/officeart/2005/8/layout/vProcess5"/>
    <dgm:cxn modelId="{DAD6E872-B4C2-430D-A17C-D40DBCAE4555}" type="presOf" srcId="{26BF26FB-F2B5-4BB1-8E10-EC5E3D19D51D}" destId="{3E6FF468-5FBB-4881-9A6A-2DF3BFDA1E09}" srcOrd="0" destOrd="0" presId="urn:microsoft.com/office/officeart/2005/8/layout/vProcess5"/>
    <dgm:cxn modelId="{4FB39889-BA1B-4F99-89E6-7BF65CF09734}" type="presOf" srcId="{B40CEBBB-AEF2-41D8-A92C-5498B52804B8}" destId="{40567CD8-185C-4D47-B254-20B165B27437}" srcOrd="1" destOrd="1" presId="urn:microsoft.com/office/officeart/2005/8/layout/vProcess5"/>
    <dgm:cxn modelId="{C478E59D-5AAB-499B-8027-ED580626579F}" srcId="{67B2F537-B287-4182-83BD-733AC758A9ED}" destId="{63A915A6-F92E-43F8-9BFF-23EAE806792E}" srcOrd="0" destOrd="0" parTransId="{58625137-FF93-4913-AC24-A6DFACE0ED23}" sibTransId="{37BAFF35-E3A3-479F-AD76-D26A3A38BC6D}"/>
    <dgm:cxn modelId="{19BE8AAA-7D9F-4510-9C52-D538DC7E6FE8}" srcId="{CC3587F4-64C7-493B-82FC-FECB06ECB805}" destId="{B40CEBBB-AEF2-41D8-A92C-5498B52804B8}" srcOrd="0" destOrd="0" parTransId="{BBF1D29C-AD3A-4A89-A615-47A3047855D0}" sibTransId="{4F12E240-E78F-4385-AD89-80058DD1E2F1}"/>
    <dgm:cxn modelId="{82338DB5-3E79-484F-87F1-3CD501354BC1}" type="presOf" srcId="{CC3587F4-64C7-493B-82FC-FECB06ECB805}" destId="{40567CD8-185C-4D47-B254-20B165B27437}" srcOrd="1" destOrd="0" presId="urn:microsoft.com/office/officeart/2005/8/layout/vProcess5"/>
    <dgm:cxn modelId="{EB99A6B5-FDD9-47B0-A70E-70D199822A9E}" type="presOf" srcId="{F87EFC4F-9C87-405C-B4D1-3694CBFFC4C3}" destId="{1862CC75-0F2F-4E64-8152-C23749C20964}" srcOrd="0" destOrd="0" presId="urn:microsoft.com/office/officeart/2005/8/layout/vProcess5"/>
    <dgm:cxn modelId="{DD76B1B8-2719-4182-B60A-67799B5A5A8B}" type="presOf" srcId="{67B2F537-B287-4182-83BD-733AC758A9ED}" destId="{CF47EE88-0046-4881-BE11-5FCE79CD5440}" srcOrd="1" destOrd="0" presId="urn:microsoft.com/office/officeart/2005/8/layout/vProcess5"/>
    <dgm:cxn modelId="{45D6EEB9-09A6-4EE7-8A70-1F82F6EE4B1F}" type="presOf" srcId="{63A915A6-F92E-43F8-9BFF-23EAE806792E}" destId="{853A2FEE-CC14-46A1-839F-EDFD0DED26F3}" srcOrd="0" destOrd="1" presId="urn:microsoft.com/office/officeart/2005/8/layout/vProcess5"/>
    <dgm:cxn modelId="{416B23C0-B757-41E4-9016-BA11AC065795}" type="presOf" srcId="{3D8087A7-781F-4CBC-9533-5A5095B07B66}" destId="{FCD16EB6-9ADF-45B0-B53E-2B9F2BDED7BB}" srcOrd="0" destOrd="0" presId="urn:microsoft.com/office/officeart/2005/8/layout/vProcess5"/>
    <dgm:cxn modelId="{8D2C2BD8-04BC-4D2E-A58B-461397385B9B}" type="presOf" srcId="{B40CEBBB-AEF2-41D8-A92C-5498B52804B8}" destId="{508676C6-D80C-472E-B04E-5C8FE8084FA8}" srcOrd="0" destOrd="1" presId="urn:microsoft.com/office/officeart/2005/8/layout/vProcess5"/>
    <dgm:cxn modelId="{4F8050E1-6C68-47AB-9321-7D52CB96CF06}" type="presOf" srcId="{CC3587F4-64C7-493B-82FC-FECB06ECB805}" destId="{508676C6-D80C-472E-B04E-5C8FE8084FA8}" srcOrd="0" destOrd="0" presId="urn:microsoft.com/office/officeart/2005/8/layout/vProcess5"/>
    <dgm:cxn modelId="{5A49AAEE-2AC4-48D5-B8AB-25A21D84C5FC}" type="presOf" srcId="{3D8087A7-781F-4CBC-9533-5A5095B07B66}" destId="{76F40A4C-AAB6-4961-B1E5-DFFE9E4CC225}" srcOrd="1" destOrd="0" presId="urn:microsoft.com/office/officeart/2005/8/layout/vProcess5"/>
    <dgm:cxn modelId="{28F129FD-D186-4931-9715-B6934AEC5FAC}" type="presOf" srcId="{67B2F537-B287-4182-83BD-733AC758A9ED}" destId="{853A2FEE-CC14-46A1-839F-EDFD0DED26F3}" srcOrd="0" destOrd="0" presId="urn:microsoft.com/office/officeart/2005/8/layout/vProcess5"/>
    <dgm:cxn modelId="{9978AD2F-A8AA-4CC5-A2CC-3F921FD47589}" type="presParOf" srcId="{605014C5-6A92-45FC-9F25-A20F67F72014}" destId="{DDFDCDF4-7CE6-4F7A-A381-466DDF002544}" srcOrd="0" destOrd="0" presId="urn:microsoft.com/office/officeart/2005/8/layout/vProcess5"/>
    <dgm:cxn modelId="{08A8DC33-8192-43E2-B086-E7186315BE21}" type="presParOf" srcId="{605014C5-6A92-45FC-9F25-A20F67F72014}" destId="{FCD16EB6-9ADF-45B0-B53E-2B9F2BDED7BB}" srcOrd="1" destOrd="0" presId="urn:microsoft.com/office/officeart/2005/8/layout/vProcess5"/>
    <dgm:cxn modelId="{DAEE9650-74BB-4C10-B327-DD0F0445DCB2}" type="presParOf" srcId="{605014C5-6A92-45FC-9F25-A20F67F72014}" destId="{853A2FEE-CC14-46A1-839F-EDFD0DED26F3}" srcOrd="2" destOrd="0" presId="urn:microsoft.com/office/officeart/2005/8/layout/vProcess5"/>
    <dgm:cxn modelId="{53358F89-3FAA-4725-969F-65BE710E2BF4}" type="presParOf" srcId="{605014C5-6A92-45FC-9F25-A20F67F72014}" destId="{508676C6-D80C-472E-B04E-5C8FE8084FA8}" srcOrd="3" destOrd="0" presId="urn:microsoft.com/office/officeart/2005/8/layout/vProcess5"/>
    <dgm:cxn modelId="{42C5F3DA-630F-4A86-8E87-69152806CA79}" type="presParOf" srcId="{605014C5-6A92-45FC-9F25-A20F67F72014}" destId="{1862CC75-0F2F-4E64-8152-C23749C20964}" srcOrd="4" destOrd="0" presId="urn:microsoft.com/office/officeart/2005/8/layout/vProcess5"/>
    <dgm:cxn modelId="{1D47BA27-5BB4-494A-9343-EFA4A193E4C3}" type="presParOf" srcId="{605014C5-6A92-45FC-9F25-A20F67F72014}" destId="{3E6FF468-5FBB-4881-9A6A-2DF3BFDA1E09}" srcOrd="5" destOrd="0" presId="urn:microsoft.com/office/officeart/2005/8/layout/vProcess5"/>
    <dgm:cxn modelId="{4D798EF1-61EE-4359-915B-F9B3AE51ADF8}" type="presParOf" srcId="{605014C5-6A92-45FC-9F25-A20F67F72014}" destId="{76F40A4C-AAB6-4961-B1E5-DFFE9E4CC225}" srcOrd="6" destOrd="0" presId="urn:microsoft.com/office/officeart/2005/8/layout/vProcess5"/>
    <dgm:cxn modelId="{0F105F74-3FC1-4F33-8BA1-FC4EC7BEC824}" type="presParOf" srcId="{605014C5-6A92-45FC-9F25-A20F67F72014}" destId="{CF47EE88-0046-4881-BE11-5FCE79CD5440}" srcOrd="7" destOrd="0" presId="urn:microsoft.com/office/officeart/2005/8/layout/vProcess5"/>
    <dgm:cxn modelId="{42273014-44C5-481D-A0DD-97267E17680A}" type="presParOf" srcId="{605014C5-6A92-45FC-9F25-A20F67F72014}" destId="{40567CD8-185C-4D47-B254-20B165B27437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9126A9-F22C-47C2-8A28-C6FAF79C0914}">
      <dsp:nvSpPr>
        <dsp:cNvPr id="0" name=""/>
        <dsp:cNvSpPr/>
      </dsp:nvSpPr>
      <dsp:spPr>
        <a:xfrm>
          <a:off x="0" y="551139"/>
          <a:ext cx="6096000" cy="887809"/>
        </a:xfrm>
        <a:prstGeom prst="rightArrow">
          <a:avLst>
            <a:gd name="adj1" fmla="val 50000"/>
            <a:gd name="adj2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254000" bIns="1409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/>
            <a:t>Shell </a:t>
          </a:r>
          <a:r>
            <a:rPr lang="zh-CN" altLang="en-US" sz="1400" kern="1200" dirty="0"/>
            <a:t>测试</a:t>
          </a:r>
        </a:p>
      </dsp:txBody>
      <dsp:txXfrm>
        <a:off x="0" y="773091"/>
        <a:ext cx="5874048" cy="443905"/>
      </dsp:txXfrm>
    </dsp:sp>
    <dsp:sp modelId="{B3E7ACB3-32C0-4E92-B046-AB9FBB14C234}">
      <dsp:nvSpPr>
        <dsp:cNvPr id="0" name=""/>
        <dsp:cNvSpPr/>
      </dsp:nvSpPr>
      <dsp:spPr>
        <a:xfrm>
          <a:off x="0" y="1235768"/>
          <a:ext cx="1877568" cy="171024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 dirty="0"/>
            <a:t>对 </a:t>
          </a:r>
          <a:r>
            <a:rPr lang="en-US" altLang="zh-CN" sz="1400" kern="1200" dirty="0"/>
            <a:t>shell </a:t>
          </a:r>
          <a:r>
            <a:rPr lang="zh-CN" altLang="en-US" sz="1400" kern="1200" dirty="0"/>
            <a:t>的基本功能进行测试</a:t>
          </a:r>
        </a:p>
      </dsp:txBody>
      <dsp:txXfrm>
        <a:off x="0" y="1235768"/>
        <a:ext cx="1877568" cy="1710248"/>
      </dsp:txXfrm>
    </dsp:sp>
    <dsp:sp modelId="{3271E0AC-B013-43EB-A656-C3F91CBE34A0}">
      <dsp:nvSpPr>
        <dsp:cNvPr id="0" name=""/>
        <dsp:cNvSpPr/>
      </dsp:nvSpPr>
      <dsp:spPr>
        <a:xfrm>
          <a:off x="1877568" y="847075"/>
          <a:ext cx="4218432" cy="887809"/>
        </a:xfrm>
        <a:prstGeom prst="rightArrow">
          <a:avLst>
            <a:gd name="adj1" fmla="val 50000"/>
            <a:gd name="adj2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254000" bIns="1409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/>
            <a:t>Web </a:t>
          </a:r>
          <a:r>
            <a:rPr lang="zh-CN" altLang="en-US" sz="1400" kern="1200" dirty="0"/>
            <a:t>测试</a:t>
          </a:r>
        </a:p>
      </dsp:txBody>
      <dsp:txXfrm>
        <a:off x="1877568" y="1069027"/>
        <a:ext cx="3996480" cy="443905"/>
      </dsp:txXfrm>
    </dsp:sp>
    <dsp:sp modelId="{B321D2E3-4C40-4A1B-B9A8-4034E4D3C6B3}">
      <dsp:nvSpPr>
        <dsp:cNvPr id="0" name=""/>
        <dsp:cNvSpPr/>
      </dsp:nvSpPr>
      <dsp:spPr>
        <a:xfrm>
          <a:off x="1877568" y="1531705"/>
          <a:ext cx="1877568" cy="171024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 dirty="0"/>
            <a:t>对网页开展功能性测试</a:t>
          </a:r>
        </a:p>
      </dsp:txBody>
      <dsp:txXfrm>
        <a:off x="1877568" y="1531705"/>
        <a:ext cx="1877568" cy="1710248"/>
      </dsp:txXfrm>
    </dsp:sp>
    <dsp:sp modelId="{7422BBBB-68F9-4001-8288-A76D5BF2D1C0}">
      <dsp:nvSpPr>
        <dsp:cNvPr id="0" name=""/>
        <dsp:cNvSpPr/>
      </dsp:nvSpPr>
      <dsp:spPr>
        <a:xfrm>
          <a:off x="3755136" y="1143012"/>
          <a:ext cx="2340864" cy="887809"/>
        </a:xfrm>
        <a:prstGeom prst="rightArrow">
          <a:avLst>
            <a:gd name="adj1" fmla="val 50000"/>
            <a:gd name="adj2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254000" bIns="1409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/>
            <a:t>LLM </a:t>
          </a:r>
          <a:r>
            <a:rPr lang="zh-CN" altLang="en-US" sz="1400" kern="1200" dirty="0"/>
            <a:t>测试</a:t>
          </a:r>
        </a:p>
      </dsp:txBody>
      <dsp:txXfrm>
        <a:off x="3755136" y="1364964"/>
        <a:ext cx="2118912" cy="443905"/>
      </dsp:txXfrm>
    </dsp:sp>
    <dsp:sp modelId="{6CDBB5E8-3D4F-4821-9D1C-BE044C76A55D}">
      <dsp:nvSpPr>
        <dsp:cNvPr id="0" name=""/>
        <dsp:cNvSpPr/>
      </dsp:nvSpPr>
      <dsp:spPr>
        <a:xfrm>
          <a:off x="3755136" y="1827641"/>
          <a:ext cx="1877568" cy="168521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 dirty="0"/>
            <a:t>对</a:t>
          </a:r>
          <a:r>
            <a:rPr lang="en-US" altLang="zh-CN" sz="1400" kern="1200" dirty="0"/>
            <a:t>LLM</a:t>
          </a:r>
          <a:r>
            <a:rPr lang="zh-CN" altLang="en-US" sz="1400" kern="1200" dirty="0"/>
            <a:t>开展功能性和安全性测试</a:t>
          </a:r>
        </a:p>
      </dsp:txBody>
      <dsp:txXfrm>
        <a:off x="3755136" y="1827641"/>
        <a:ext cx="1877568" cy="16852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7C62FB-456A-4CCA-A432-776DD3B3D7A2}">
      <dsp:nvSpPr>
        <dsp:cNvPr id="0" name=""/>
        <dsp:cNvSpPr/>
      </dsp:nvSpPr>
      <dsp:spPr>
        <a:xfrm>
          <a:off x="856812" y="2046390"/>
          <a:ext cx="1736249" cy="173644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68124" y="0"/>
              </a:lnTo>
              <a:lnTo>
                <a:pt x="868124" y="1736448"/>
              </a:lnTo>
              <a:lnTo>
                <a:pt x="1736249" y="1736448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900" kern="1200"/>
        </a:p>
      </dsp:txBody>
      <dsp:txXfrm>
        <a:off x="1663548" y="2853225"/>
        <a:ext cx="122778" cy="122778"/>
      </dsp:txXfrm>
    </dsp:sp>
    <dsp:sp modelId="{B4E6890A-7E1D-4EC6-99B1-2B0DE41A9EEA}">
      <dsp:nvSpPr>
        <dsp:cNvPr id="0" name=""/>
        <dsp:cNvSpPr/>
      </dsp:nvSpPr>
      <dsp:spPr>
        <a:xfrm>
          <a:off x="856812" y="2046390"/>
          <a:ext cx="1736249" cy="10361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68124" y="0"/>
              </a:lnTo>
              <a:lnTo>
                <a:pt x="868124" y="1036113"/>
              </a:lnTo>
              <a:lnTo>
                <a:pt x="1736249" y="1036113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700" kern="1200"/>
        </a:p>
      </dsp:txBody>
      <dsp:txXfrm>
        <a:off x="1674389" y="2513899"/>
        <a:ext cx="101095" cy="101095"/>
      </dsp:txXfrm>
    </dsp:sp>
    <dsp:sp modelId="{44869C5E-E771-4D24-97C7-8CCD0584BB4B}">
      <dsp:nvSpPr>
        <dsp:cNvPr id="0" name=""/>
        <dsp:cNvSpPr/>
      </dsp:nvSpPr>
      <dsp:spPr>
        <a:xfrm>
          <a:off x="856812" y="2046390"/>
          <a:ext cx="1736249" cy="3357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68124" y="0"/>
              </a:lnTo>
              <a:lnTo>
                <a:pt x="868124" y="335777"/>
              </a:lnTo>
              <a:lnTo>
                <a:pt x="1736249" y="335777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00" kern="1200"/>
        </a:p>
      </dsp:txBody>
      <dsp:txXfrm>
        <a:off x="1680726" y="2170068"/>
        <a:ext cx="88420" cy="88420"/>
      </dsp:txXfrm>
    </dsp:sp>
    <dsp:sp modelId="{BBEF3A71-E99E-44FC-9EE8-6B34200F1993}">
      <dsp:nvSpPr>
        <dsp:cNvPr id="0" name=""/>
        <dsp:cNvSpPr/>
      </dsp:nvSpPr>
      <dsp:spPr>
        <a:xfrm>
          <a:off x="856812" y="1681832"/>
          <a:ext cx="1736249" cy="364557"/>
        </a:xfrm>
        <a:custGeom>
          <a:avLst/>
          <a:gdLst/>
          <a:ahLst/>
          <a:cxnLst/>
          <a:rect l="0" t="0" r="0" b="0"/>
          <a:pathLst>
            <a:path>
              <a:moveTo>
                <a:pt x="0" y="364557"/>
              </a:moveTo>
              <a:lnTo>
                <a:pt x="868124" y="364557"/>
              </a:lnTo>
              <a:lnTo>
                <a:pt x="868124" y="0"/>
              </a:lnTo>
              <a:lnTo>
                <a:pt x="1736249" y="0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00" kern="1200"/>
        </a:p>
      </dsp:txBody>
      <dsp:txXfrm>
        <a:off x="1680584" y="1819758"/>
        <a:ext cx="88705" cy="88705"/>
      </dsp:txXfrm>
    </dsp:sp>
    <dsp:sp modelId="{7D445279-E76B-4E90-ABEC-641AF059C7E4}">
      <dsp:nvSpPr>
        <dsp:cNvPr id="0" name=""/>
        <dsp:cNvSpPr/>
      </dsp:nvSpPr>
      <dsp:spPr>
        <a:xfrm>
          <a:off x="856812" y="981496"/>
          <a:ext cx="1736249" cy="1064893"/>
        </a:xfrm>
        <a:custGeom>
          <a:avLst/>
          <a:gdLst/>
          <a:ahLst/>
          <a:cxnLst/>
          <a:rect l="0" t="0" r="0" b="0"/>
          <a:pathLst>
            <a:path>
              <a:moveTo>
                <a:pt x="0" y="1064893"/>
              </a:moveTo>
              <a:lnTo>
                <a:pt x="868124" y="1064893"/>
              </a:lnTo>
              <a:lnTo>
                <a:pt x="868124" y="0"/>
              </a:lnTo>
              <a:lnTo>
                <a:pt x="1736249" y="0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700" kern="1200"/>
        </a:p>
      </dsp:txBody>
      <dsp:txXfrm>
        <a:off x="1674017" y="1463023"/>
        <a:ext cx="101840" cy="101840"/>
      </dsp:txXfrm>
    </dsp:sp>
    <dsp:sp modelId="{D770E482-BED9-49ED-A1C5-9FA3D77B0CF5}">
      <dsp:nvSpPr>
        <dsp:cNvPr id="0" name=""/>
        <dsp:cNvSpPr/>
      </dsp:nvSpPr>
      <dsp:spPr>
        <a:xfrm>
          <a:off x="856812" y="281161"/>
          <a:ext cx="1736249" cy="1765228"/>
        </a:xfrm>
        <a:custGeom>
          <a:avLst/>
          <a:gdLst/>
          <a:ahLst/>
          <a:cxnLst/>
          <a:rect l="0" t="0" r="0" b="0"/>
          <a:pathLst>
            <a:path>
              <a:moveTo>
                <a:pt x="0" y="1765228"/>
              </a:moveTo>
              <a:lnTo>
                <a:pt x="868124" y="1765228"/>
              </a:lnTo>
              <a:lnTo>
                <a:pt x="868124" y="0"/>
              </a:lnTo>
              <a:lnTo>
                <a:pt x="1736249" y="0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900" kern="1200"/>
        </a:p>
      </dsp:txBody>
      <dsp:txXfrm>
        <a:off x="1663037" y="1101875"/>
        <a:ext cx="123800" cy="123800"/>
      </dsp:txXfrm>
    </dsp:sp>
    <dsp:sp modelId="{F2FCC25B-DEBD-4F2F-8461-6323F752A39D}">
      <dsp:nvSpPr>
        <dsp:cNvPr id="0" name=""/>
        <dsp:cNvSpPr/>
      </dsp:nvSpPr>
      <dsp:spPr>
        <a:xfrm>
          <a:off x="0" y="1766255"/>
          <a:ext cx="1153356" cy="5602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 err="1"/>
            <a:t>xUnit</a:t>
          </a:r>
          <a:r>
            <a:rPr lang="zh-CN" altLang="en-US" sz="2000" kern="1200" dirty="0"/>
            <a:t>架构</a:t>
          </a:r>
        </a:p>
      </dsp:txBody>
      <dsp:txXfrm>
        <a:off x="0" y="1766255"/>
        <a:ext cx="1153356" cy="560268"/>
      </dsp:txXfrm>
    </dsp:sp>
    <dsp:sp modelId="{885245A6-B7BC-4E4B-866A-6C11E3CC2734}">
      <dsp:nvSpPr>
        <dsp:cNvPr id="0" name=""/>
        <dsp:cNvSpPr/>
      </dsp:nvSpPr>
      <dsp:spPr>
        <a:xfrm>
          <a:off x="2593062" y="1026"/>
          <a:ext cx="1837680" cy="5602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/>
            <a:t>JUnit</a:t>
          </a:r>
          <a:endParaRPr lang="zh-CN" altLang="en-US" sz="2000" kern="1200" dirty="0"/>
        </a:p>
      </dsp:txBody>
      <dsp:txXfrm>
        <a:off x="2593062" y="1026"/>
        <a:ext cx="1837680" cy="560268"/>
      </dsp:txXfrm>
    </dsp:sp>
    <dsp:sp modelId="{8D34E277-A89C-483F-A2F9-BA31EB69C6CC}">
      <dsp:nvSpPr>
        <dsp:cNvPr id="0" name=""/>
        <dsp:cNvSpPr/>
      </dsp:nvSpPr>
      <dsp:spPr>
        <a:xfrm>
          <a:off x="2593062" y="701362"/>
          <a:ext cx="1837680" cy="5602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 err="1"/>
            <a:t>NUnit</a:t>
          </a:r>
          <a:endParaRPr lang="zh-CN" altLang="en-US" sz="2000" kern="1200" dirty="0"/>
        </a:p>
      </dsp:txBody>
      <dsp:txXfrm>
        <a:off x="2593062" y="701362"/>
        <a:ext cx="1837680" cy="560268"/>
      </dsp:txXfrm>
    </dsp:sp>
    <dsp:sp modelId="{FF330460-4FAE-410E-8778-C5931425E7F9}">
      <dsp:nvSpPr>
        <dsp:cNvPr id="0" name=""/>
        <dsp:cNvSpPr/>
      </dsp:nvSpPr>
      <dsp:spPr>
        <a:xfrm>
          <a:off x="2593062" y="1401698"/>
          <a:ext cx="1837680" cy="5602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 err="1"/>
            <a:t>PHPUnit</a:t>
          </a:r>
          <a:endParaRPr lang="zh-CN" altLang="en-US" sz="2000" kern="1200" dirty="0"/>
        </a:p>
      </dsp:txBody>
      <dsp:txXfrm>
        <a:off x="2593062" y="1401698"/>
        <a:ext cx="1837680" cy="560268"/>
      </dsp:txXfrm>
    </dsp:sp>
    <dsp:sp modelId="{E25ACB16-C30D-4684-ACA5-29D72496B51E}">
      <dsp:nvSpPr>
        <dsp:cNvPr id="0" name=""/>
        <dsp:cNvSpPr/>
      </dsp:nvSpPr>
      <dsp:spPr>
        <a:xfrm>
          <a:off x="2593062" y="2102033"/>
          <a:ext cx="1837680" cy="5602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 err="1"/>
            <a:t>PyUnit</a:t>
          </a:r>
          <a:endParaRPr lang="zh-CN" altLang="en-US" sz="2000" kern="1200" dirty="0"/>
        </a:p>
      </dsp:txBody>
      <dsp:txXfrm>
        <a:off x="2593062" y="2102033"/>
        <a:ext cx="1837680" cy="560268"/>
      </dsp:txXfrm>
    </dsp:sp>
    <dsp:sp modelId="{9B758221-E241-417C-8A07-F6A192A2C393}">
      <dsp:nvSpPr>
        <dsp:cNvPr id="0" name=""/>
        <dsp:cNvSpPr/>
      </dsp:nvSpPr>
      <dsp:spPr>
        <a:xfrm>
          <a:off x="2593062" y="2802369"/>
          <a:ext cx="1837680" cy="5602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 err="1"/>
            <a:t>GoogleTest</a:t>
          </a:r>
          <a:endParaRPr lang="zh-CN" altLang="en-US" sz="2000" kern="1200" dirty="0"/>
        </a:p>
      </dsp:txBody>
      <dsp:txXfrm>
        <a:off x="2593062" y="2802369"/>
        <a:ext cx="1837680" cy="560268"/>
      </dsp:txXfrm>
    </dsp:sp>
    <dsp:sp modelId="{8C8748DD-F39F-4490-BEA8-AF95784935D1}">
      <dsp:nvSpPr>
        <dsp:cNvPr id="0" name=""/>
        <dsp:cNvSpPr/>
      </dsp:nvSpPr>
      <dsp:spPr>
        <a:xfrm>
          <a:off x="2593062" y="3502704"/>
          <a:ext cx="1837680" cy="5602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/>
            <a:t>…</a:t>
          </a:r>
          <a:endParaRPr lang="zh-CN" altLang="en-US" sz="2000" kern="1200" dirty="0"/>
        </a:p>
      </dsp:txBody>
      <dsp:txXfrm>
        <a:off x="2593062" y="3502704"/>
        <a:ext cx="1837680" cy="5602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D16EB6-9ADF-45B0-B53E-2B9F2BDED7BB}">
      <dsp:nvSpPr>
        <dsp:cNvPr id="0" name=""/>
        <dsp:cNvSpPr/>
      </dsp:nvSpPr>
      <dsp:spPr>
        <a:xfrm>
          <a:off x="0" y="0"/>
          <a:ext cx="6801060" cy="13097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测试夹具定义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400" kern="1200" dirty="0"/>
            <a:t>创建一个从 </a:t>
          </a:r>
          <a:r>
            <a:rPr lang="en-US" altLang="en-US" sz="1400" kern="1200" dirty="0"/>
            <a:t>::testing::</a:t>
          </a:r>
          <a:r>
            <a:rPr lang="en-US" altLang="en-US" sz="1400" kern="1200" dirty="0" err="1"/>
            <a:t>TestWithParam</a:t>
          </a:r>
          <a:r>
            <a:rPr lang="en-US" altLang="en-US" sz="1400" kern="1200" dirty="0"/>
            <a:t>&lt;T&gt; </a:t>
          </a:r>
          <a:r>
            <a:rPr lang="zh-CN" altLang="en-US" sz="1400" kern="1200" dirty="0"/>
            <a:t>继承的类</a:t>
          </a:r>
        </a:p>
      </dsp:txBody>
      <dsp:txXfrm>
        <a:off x="38362" y="38362"/>
        <a:ext cx="5387726" cy="1233036"/>
      </dsp:txXfrm>
    </dsp:sp>
    <dsp:sp modelId="{853A2FEE-CC14-46A1-839F-EDFD0DED26F3}">
      <dsp:nvSpPr>
        <dsp:cNvPr id="0" name=""/>
        <dsp:cNvSpPr/>
      </dsp:nvSpPr>
      <dsp:spPr>
        <a:xfrm>
          <a:off x="600093" y="1528054"/>
          <a:ext cx="6801060" cy="13097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测试用例定义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zh-CN" sz="1400" kern="1200" dirty="0"/>
            <a:t>使用 </a:t>
          </a:r>
          <a:r>
            <a:rPr lang="en-US" altLang="zh-CN" sz="1400" kern="1200" dirty="0"/>
            <a:t>TEST_P </a:t>
          </a:r>
          <a:r>
            <a:rPr lang="zh-CN" altLang="en-US" sz="1400" kern="1200" dirty="0"/>
            <a:t>宏，通过 </a:t>
          </a:r>
          <a:r>
            <a:rPr lang="en-US" altLang="en-US" sz="1400" kern="1200" dirty="0" err="1"/>
            <a:t>GetParam</a:t>
          </a:r>
          <a:r>
            <a:rPr lang="en-US" altLang="en-US" sz="1400" kern="1200" dirty="0"/>
            <a:t>() </a:t>
          </a:r>
          <a:r>
            <a:rPr lang="zh-CN" altLang="en-US" sz="1400" kern="1200" dirty="0"/>
            <a:t>方法获得参数，定义测试用例</a:t>
          </a:r>
        </a:p>
      </dsp:txBody>
      <dsp:txXfrm>
        <a:off x="638455" y="1566416"/>
        <a:ext cx="5272898" cy="1233036"/>
      </dsp:txXfrm>
    </dsp:sp>
    <dsp:sp modelId="{508676C6-D80C-472E-B04E-5C8FE8084FA8}">
      <dsp:nvSpPr>
        <dsp:cNvPr id="0" name=""/>
        <dsp:cNvSpPr/>
      </dsp:nvSpPr>
      <dsp:spPr>
        <a:xfrm>
          <a:off x="1200187" y="3056108"/>
          <a:ext cx="6801060" cy="13097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测试用例实例化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400" kern="1200" dirty="0"/>
            <a:t>通过 </a:t>
          </a:r>
          <a:r>
            <a:rPr lang="en-US" altLang="en-US" sz="1400" kern="1200" dirty="0"/>
            <a:t>INSTANTIATE_TEST_SUITE_P </a:t>
          </a:r>
          <a:r>
            <a:rPr lang="zh-CN" altLang="en-US" sz="1400" kern="1200" dirty="0"/>
            <a:t>宏实例化测试套件，为测试用例指定参数值列表，每个参数值用于生成一个测试实例</a:t>
          </a:r>
        </a:p>
      </dsp:txBody>
      <dsp:txXfrm>
        <a:off x="1238549" y="3094470"/>
        <a:ext cx="5272898" cy="1233036"/>
      </dsp:txXfrm>
    </dsp:sp>
    <dsp:sp modelId="{1862CC75-0F2F-4E64-8152-C23749C20964}">
      <dsp:nvSpPr>
        <dsp:cNvPr id="0" name=""/>
        <dsp:cNvSpPr/>
      </dsp:nvSpPr>
      <dsp:spPr>
        <a:xfrm>
          <a:off x="5949716" y="993235"/>
          <a:ext cx="851344" cy="85134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3600" kern="1200"/>
        </a:p>
      </dsp:txBody>
      <dsp:txXfrm>
        <a:off x="6141268" y="993235"/>
        <a:ext cx="468240" cy="640636"/>
      </dsp:txXfrm>
    </dsp:sp>
    <dsp:sp modelId="{3E6FF468-5FBB-4881-9A6A-2DF3BFDA1E09}">
      <dsp:nvSpPr>
        <dsp:cNvPr id="0" name=""/>
        <dsp:cNvSpPr/>
      </dsp:nvSpPr>
      <dsp:spPr>
        <a:xfrm>
          <a:off x="6549809" y="2512557"/>
          <a:ext cx="851344" cy="85134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3600" kern="1200"/>
        </a:p>
      </dsp:txBody>
      <dsp:txXfrm>
        <a:off x="6741361" y="2512557"/>
        <a:ext cx="468240" cy="6406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IncreasingArrowsProcess">
  <dgm:title val=""/>
  <dgm:desc val=""/>
  <dgm:catLst>
    <dgm:cat type="process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 val="5"/>
      <dgm:chPref val="5"/>
      <dgm:dir/>
      <dgm:animLvl val="lvl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choose name="Name3">
          <dgm:if name="Name4" axis="ch ch" ptType="node node" func="cnt" op="equ" val="0">
            <dgm:alg type="composite">
              <dgm:param type="ar" val="6.8662"/>
            </dgm:alg>
            <dgm:choose name="Name5">
              <dgm:if name="Name6" func="var" arg="dir" op="equ" val="norm">
                <dgm:constrLst>
                  <dgm:constr type="primFontSz" for="des" forName="parentText1" val="65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/>
                </dgm:constrLst>
              </dgm:if>
              <dgm:else name="Name7">
                <dgm:constrLst>
                  <dgm:constr type="primFontSz" for="des" forName="parentText1" val="65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/>
                </dgm:constrLst>
              </dgm:else>
            </dgm:choose>
          </dgm:if>
          <dgm:else name="Name8">
            <dgm:alg type="composite">
              <dgm:param type="ar" val="1.9864"/>
            </dgm:alg>
            <dgm:choose name="Name9">
              <dgm:if name="Name1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93"/>
                  <dgm:constr type="l" for="ch" forName="childText1" refType="w" fact="0"/>
                  <dgm:constr type="t" for="ch" forName="childText1" refType="h" fact="0.224"/>
                  <dgm:constr type="w" for="ch" forName="childText1" refType="w" fact="0.9241"/>
                  <dgm:constr type="h" for="ch" forName="childText1" refType="h" fact="0.776"/>
                </dgm:constrLst>
              </dgm:if>
              <dgm:else name="Name1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93"/>
                  <dgm:constr type="l" for="ch" forName="childText1" refType="w" fact="0.076"/>
                  <dgm:constr type="t" for="ch" forName="childText1" refType="h" fact="0.224"/>
                  <dgm:constr type="w" for="ch" forName="childText1" refType="w" fact="0.9241"/>
                  <dgm:constr type="h" for="ch" forName="childText1" refType="h" fact="0.776"/>
                </dgm:constrLst>
              </dgm:else>
            </dgm:choose>
          </dgm:else>
        </dgm:choose>
      </dgm:if>
      <dgm:if name="Name12" axis="ch" ptType="node" func="cnt" op="equ" val="2">
        <dgm:choose name="Name13">
          <dgm:if name="Name14" axis="ch ch" ptType="node node" func="cnt" op="equ" val="0">
            <dgm:alg type="composite">
              <dgm:param type="ar" val="5.1498"/>
            </dgm:alg>
            <dgm:choose name="Name15">
              <dgm:if name="Name1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7501"/>
                  <dgm:constr type="l" for="ch" forName="parentText2" refType="w" fact="0.462"/>
                  <dgm:constr type="t" for="ch" forName="parentText2" refType="h" fact="0.2499"/>
                  <dgm:constr type="w" for="ch" forName="parentText2" refType="w" fact="0.538"/>
                  <dgm:constr type="h" for="ch" forName="parentText2" refType="h" fact="0.7501"/>
                </dgm:constrLst>
              </dgm:if>
              <dgm:else name="Name1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7501"/>
                  <dgm:constr type="l" for="ch" forName="parentText2" refType="w" fact="0"/>
                  <dgm:constr type="t" for="ch" forName="parentText2" refType="h" fact="0.2499"/>
                  <dgm:constr type="w" for="ch" forName="parentText2" refType="w" fact="0.538"/>
                  <dgm:constr type="h" for="ch" forName="parentText2" refType="h" fact="0.7501"/>
                </dgm:constrLst>
              </dgm:else>
            </dgm:choose>
          </dgm:if>
          <dgm:else name="Name18">
            <dgm:alg type="composite">
              <dgm:param type="ar" val="2.0563"/>
            </dgm:alg>
            <dgm:choose name="Name19">
              <dgm:if name="Name2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parentText2" refType="primFontSz" refFor="des" refForName="parentText1" op="equ"/>
                  <dgm:constr type="primFontSz" for="des" forName="childText2" refType="primFontSz" refFor="des" refForName="child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995"/>
                  <dgm:constr type="l" for="ch" forName="parentText2" refType="w" fact="0.462"/>
                  <dgm:constr type="t" for="ch" forName="parentText2" refType="h" fact="0.0998"/>
                  <dgm:constr type="w" for="ch" forName="parentText2" refType="w" fact="0.538"/>
                  <dgm:constr type="h" for="ch" forName="parentText2" refType="h" fact="0.2995"/>
                  <dgm:constr type="l" for="ch" forName="childText1" refType="w" fact="0"/>
                  <dgm:constr type="t" for="ch" forName="childText1" refType="h" fact="0.2317"/>
                  <dgm:constr type="w" for="ch" forName="childText1" refType="w" fact="0.462"/>
                  <dgm:constr type="h" for="ch" forName="childText1" refType="h" fact="0.6685"/>
                  <dgm:constr type="l" for="ch" forName="childText2" refType="w" fact="0.462"/>
                  <dgm:constr type="t" for="ch" forName="childText2" refType="h" fact="0.3315"/>
                  <dgm:constr type="w" for="ch" forName="childText2" refType="w" fact="0.462"/>
                  <dgm:constr type="h" for="ch" forName="childText2" refType="h" fact="0.6685"/>
                </dgm:constrLst>
              </dgm:if>
              <dgm:else name="Name2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parentText2" refType="primFontSz" refFor="des" refForName="parentText1" op="equ"/>
                  <dgm:constr type="primFontSz" for="des" forName="childText2" refType="primFontSz" refFor="des" refForName="child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995"/>
                  <dgm:constr type="l" for="ch" forName="parentText2" refType="w" fact="0"/>
                  <dgm:constr type="t" for="ch" forName="parentText2" refType="h" fact="0.0998"/>
                  <dgm:constr type="w" for="ch" forName="parentText2" refType="w" fact="0.538"/>
                  <dgm:constr type="h" for="ch" forName="parentText2" refType="h" fact="0.2995"/>
                  <dgm:constr type="l" for="ch" forName="childText1" refType="w" fact="0.538"/>
                  <dgm:constr type="t" for="ch" forName="childText1" refType="h" fact="0.2317"/>
                  <dgm:constr type="w" for="ch" forName="childText1" refType="w" fact="0.462"/>
                  <dgm:constr type="h" for="ch" forName="childText1" refType="h" fact="0.6685"/>
                  <dgm:constr type="l" for="ch" forName="childText2" refType="w" fact="0.076"/>
                  <dgm:constr type="t" for="ch" forName="childText2" refType="h" fact="0.3315"/>
                  <dgm:constr type="w" for="ch" forName="childText2" refType="w" fact="0.462"/>
                  <dgm:constr type="h" for="ch" forName="childText2" refType="h" fact="0.6685"/>
                </dgm:constrLst>
              </dgm:else>
            </dgm:choose>
          </dgm:else>
        </dgm:choose>
      </dgm:if>
      <dgm:if name="Name22" axis="ch" ptType="node" func="cnt" op="equ" val="3">
        <dgm:choose name="Name23">
          <dgm:if name="Name24" axis="ch ch" ptType="node node" func="cnt" op="equ" val="0">
            <dgm:alg type="composite">
              <dgm:param type="ar" val="4.1198"/>
            </dgm:alg>
            <dgm:choose name="Name25">
              <dgm:if name="Name2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6"/>
                  <dgm:constr type="l" for="ch" forName="parentText2" refType="w" fact="0.308"/>
                  <dgm:constr type="t" for="ch" forName="parentText2" refType="h" fact="0.2"/>
                  <dgm:constr type="w" for="ch" forName="parentText2" refType="w" fact="0.692"/>
                  <dgm:constr type="h" for="ch" forName="parentText2" refType="h" fact="0.6"/>
                  <dgm:constr type="l" for="ch" forName="parentText3" refType="w" fact="0.616"/>
                  <dgm:constr type="t" for="ch" forName="parentText3" refType="h" fact="0.4"/>
                  <dgm:constr type="w" for="ch" forName="parentText3" refType="w" fact="0.384"/>
                  <dgm:constr type="h" for="ch" forName="parentText3" refType="h" fact="0.6"/>
                </dgm:constrLst>
              </dgm:if>
              <dgm:else name="Name2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6"/>
                  <dgm:constr type="l" for="ch" forName="parentText2" refType="w" fact="0"/>
                  <dgm:constr type="t" for="ch" forName="parentText2" refType="h" fact="0.2"/>
                  <dgm:constr type="w" for="ch" forName="parentText2" refType="w" fact="0.692"/>
                  <dgm:constr type="h" for="ch" forName="parentText2" refType="h" fact="0.6"/>
                  <dgm:constr type="l" for="ch" forName="parentText3" refType="w" fact="0"/>
                  <dgm:constr type="t" for="ch" forName="parentText3" refType="h" fact="0.4"/>
                  <dgm:constr type="w" for="ch" forName="parentText3" refType="w" fact="0.384"/>
                  <dgm:constr type="h" for="ch" forName="parentText3" refType="h" fact="0.6"/>
                </dgm:constrLst>
              </dgm:else>
            </dgm:choose>
          </dgm:if>
          <dgm:else name="Name28">
            <dgm:alg type="composite">
              <dgm:param type="ar" val="2.0702"/>
            </dgm:alg>
            <dgm:choose name="Name29">
              <dgm:if name="Name3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l" for="ch" forName="childText1" refType="w" fact="0"/>
                  <dgm:constr type="t" for="ch" forName="childText1" refType="h" fact="0.2325"/>
                  <dgm:constr type="w" for="ch" forName="childText1" refType="w" fact="0.308"/>
                  <dgm:constr type="h" for="ch" forName="childText1" refType="h" fact="0.5808"/>
                  <dgm:constr type="l" for="ch" forName="childText2" refType="w" fact="0.308"/>
                  <dgm:constr type="t" for="ch" forName="childText2" refType="h" fact="0.333"/>
                  <dgm:constr type="w" for="ch" forName="childText2" refType="w" fact="0.308"/>
                  <dgm:constr type="h" for="ch" forName="childText2" refType="h" fact="0.5808"/>
                  <dgm:constr type="l" for="ch" forName="childText3" refType="w" fact="0.616"/>
                  <dgm:constr type="t" for="ch" forName="childText3" refType="h" fact="0.4335"/>
                  <dgm:constr type="w" for="ch" forName="childText3" refType="w" fact="0.308"/>
                  <dgm:constr type="h" for="ch" forName="childText3" refType="h" fact="0.572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3015"/>
                  <dgm:constr type="l" for="ch" forName="parentText2" refType="w" fact="0.308"/>
                  <dgm:constr type="t" for="ch" forName="parentText2" refType="h" fact="0.1005"/>
                  <dgm:constr type="w" for="ch" forName="parentText2" refType="w" fact="0.692"/>
                  <dgm:constr type="h" for="ch" forName="parentText2" refType="h" fact="0.3015"/>
                  <dgm:constr type="l" for="ch" forName="parentText3" refType="w" fact="0.616"/>
                  <dgm:constr type="t" for="ch" forName="parentText3" refType="h" fact="0.201"/>
                  <dgm:constr type="w" for="ch" forName="parentText3" refType="w" fact="0.384"/>
                  <dgm:constr type="h" for="ch" forName="parentText3" refType="h" fact="0.3015"/>
                </dgm:constrLst>
              </dgm:if>
              <dgm:else name="Name3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l" for="ch" forName="childText1" refType="w" fact="0.692"/>
                  <dgm:constr type="t" for="ch" forName="childText1" refType="h" fact="0.2325"/>
                  <dgm:constr type="w" for="ch" forName="childText1" refType="w" fact="0.308"/>
                  <dgm:constr type="h" for="ch" forName="childText1" refType="h" fact="0.5808"/>
                  <dgm:constr type="l" for="ch" forName="childText2" refType="w" fact="0.384"/>
                  <dgm:constr type="t" for="ch" forName="childText2" refType="h" fact="0.333"/>
                  <dgm:constr type="w" for="ch" forName="childText2" refType="w" fact="0.308"/>
                  <dgm:constr type="h" for="ch" forName="childText2" refType="h" fact="0.5808"/>
                  <dgm:constr type="l" for="ch" forName="childText3" refType="w" fact="0.076"/>
                  <dgm:constr type="t" for="ch" forName="childText3" refType="h" fact="0.4335"/>
                  <dgm:constr type="w" for="ch" forName="childText3" refType="w" fact="0.308"/>
                  <dgm:constr type="h" for="ch" forName="childText3" refType="h" fact="0.572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3015"/>
                  <dgm:constr type="l" for="ch" forName="parentText2" refType="w" fact="0"/>
                  <dgm:constr type="t" for="ch" forName="parentText2" refType="h" fact="0.1005"/>
                  <dgm:constr type="w" for="ch" forName="parentText2" refType="w" fact="0.692"/>
                  <dgm:constr type="h" for="ch" forName="parentText2" refType="h" fact="0.3015"/>
                  <dgm:constr type="l" for="ch" forName="parentText3" refType="w" fact="0"/>
                  <dgm:constr type="t" for="ch" forName="parentText3" refType="h" fact="0.201"/>
                  <dgm:constr type="w" for="ch" forName="parentText3" refType="w" fact="0.384"/>
                  <dgm:constr type="h" for="ch" forName="parentText3" refType="h" fact="0.3015"/>
                </dgm:constrLst>
              </dgm:else>
            </dgm:choose>
          </dgm:else>
        </dgm:choose>
      </dgm:if>
      <dgm:if name="Name32" axis="ch" ptType="node" func="cnt" op="equ" val="4">
        <dgm:choose name="Name33">
          <dgm:if name="Name34" axis="ch ch" ptType="node node" func="cnt" op="equ" val="0">
            <dgm:alg type="composite">
              <dgm:param type="ar" val="3.435"/>
            </dgm:alg>
            <dgm:choose name="Name35">
              <dgm:if name="Name3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5001"/>
                  <dgm:constr type="l" for="ch" forName="parentText2" refType="w" fact="0.2305"/>
                  <dgm:constr type="t" for="ch" forName="parentText2" refType="h" fact="0.1666"/>
                  <dgm:constr type="w" for="ch" forName="parentText2" refType="w" fact="0.7695"/>
                  <dgm:constr type="h" for="ch" forName="parentText2" refType="h" fact="0.5001"/>
                  <dgm:constr type="l" for="ch" forName="parentText3" refType="w" fact="0.461"/>
                  <dgm:constr type="t" for="ch" forName="parentText3" refType="h" fact="0.3333"/>
                  <dgm:constr type="w" for="ch" forName="parentText3" refType="w" fact="0.539"/>
                  <dgm:constr type="h" for="ch" forName="parentText3" refType="h" fact="0.5001"/>
                  <dgm:constr type="l" for="ch" forName="parentText4" refType="w" fact="0.6915"/>
                  <dgm:constr type="t" for="ch" forName="parentText4" refType="h" fact="0.4999"/>
                  <dgm:constr type="w" for="ch" forName="parentText4" refType="w" fact="0.3085"/>
                  <dgm:constr type="h" for="ch" forName="parentText4" refType="h" fact="0.5001"/>
                </dgm:constrLst>
              </dgm:if>
              <dgm:else name="Name3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5001"/>
                  <dgm:constr type="l" for="ch" forName="parentText2" refType="w" fact="0"/>
                  <dgm:constr type="t" for="ch" forName="parentText2" refType="h" fact="0.1666"/>
                  <dgm:constr type="w" for="ch" forName="parentText2" refType="w" fact="0.7695"/>
                  <dgm:constr type="h" for="ch" forName="parentText2" refType="h" fact="0.5001"/>
                  <dgm:constr type="l" for="ch" forName="parentText3" refType="w" fact="0"/>
                  <dgm:constr type="t" for="ch" forName="parentText3" refType="h" fact="0.3333"/>
                  <dgm:constr type="w" for="ch" forName="parentText3" refType="w" fact="0.539"/>
                  <dgm:constr type="h" for="ch" forName="parentText3" refType="h" fact="0.5001"/>
                  <dgm:constr type="l" for="ch" forName="parentText4" refType="w" fact="0"/>
                  <dgm:constr type="t" for="ch" forName="parentText4" refType="h" fact="0.4999"/>
                  <dgm:constr type="w" for="ch" forName="parentText4" refType="w" fact="0.3085"/>
                  <dgm:constr type="h" for="ch" forName="parentText4" refType="h" fact="0.5001"/>
                </dgm:constrLst>
              </dgm:else>
            </dgm:choose>
          </dgm:if>
          <dgm:else name="Name38">
            <dgm:alg type="composite">
              <dgm:param type="ar" val="1.9377"/>
            </dgm:alg>
            <dgm:choose name="Name39">
              <dgm:if name="Name4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l" for="ch" forName="childText1" refType="w" fact="0"/>
                  <dgm:constr type="t" for="ch" forName="childText1" refType="h" fact="0.218"/>
                  <dgm:constr type="w" for="ch" forName="childText1" refType="w" fact="0.2305"/>
                  <dgm:constr type="h" for="ch" forName="childText1" refType="h" fact="0.5218"/>
                  <dgm:constr type="l" for="ch" forName="childText2" refType="w" fact="0.2305"/>
                  <dgm:constr type="t" for="ch" forName="childText2" refType="h" fact="0.312"/>
                  <dgm:constr type="w" for="ch" forName="childText2" refType="w" fact="0.2305"/>
                  <dgm:constr type="h" for="ch" forName="childText2" refType="h" fact="0.5085"/>
                  <dgm:constr type="l" for="ch" forName="childText3" refType="w" fact="0.461"/>
                  <dgm:constr type="t" for="ch" forName="childText3" refType="h" fact="0.406"/>
                  <dgm:constr type="w" for="ch" forName="childText3" refType="w" fact="0.2305"/>
                  <dgm:constr type="h" for="ch" forName="childText3" refType="h" fact="0.5119"/>
                  <dgm:constr type="l" for="ch" forName="childText4" refType="w" fact="0.6915"/>
                  <dgm:constr type="t" for="ch" forName="childText4" refType="h" fact="0.5"/>
                  <dgm:constr type="w" for="ch" forName="childText4" refType="w" fact="0.2326"/>
                  <dgm:constr type="h" for="ch" forName="childText4" refType="h" fact="0.5179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21"/>
                  <dgm:constr type="l" for="ch" forName="parentText2" refType="w" fact="0.2305"/>
                  <dgm:constr type="t" for="ch" forName="parentText2" refType="h" fact="0.094"/>
                  <dgm:constr type="w" for="ch" forName="parentText2" refType="w" fact="0.7695"/>
                  <dgm:constr type="h" for="ch" forName="parentText2" refType="h" fact="0.2821"/>
                  <dgm:constr type="l" for="ch" forName="parentText3" refType="w" fact="0.461"/>
                  <dgm:constr type="t" for="ch" forName="parentText3" refType="h" fact="0.188"/>
                  <dgm:constr type="w" for="ch" forName="parentText3" refType="w" fact="0.539"/>
                  <dgm:constr type="h" for="ch" forName="parentText3" refType="h" fact="0.2821"/>
                  <dgm:constr type="l" for="ch" forName="parentText4" refType="w" fact="0.6915"/>
                  <dgm:constr type="t" for="ch" forName="parentText4" refType="h" fact="0.282"/>
                  <dgm:constr type="w" for="ch" forName="parentText4" refType="w" fact="0.3085"/>
                  <dgm:constr type="h" for="ch" forName="parentText4" refType="h" fact="0.2821"/>
                </dgm:constrLst>
              </dgm:if>
              <dgm:else name="Name4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l" for="ch" forName="childText1" refType="w" fact="0.7695"/>
                  <dgm:constr type="t" for="ch" forName="childText1" refType="h" fact="0.218"/>
                  <dgm:constr type="w" for="ch" forName="childText1" refType="w" fact="0.2305"/>
                  <dgm:constr type="h" for="ch" forName="childText1" refType="h" fact="0.5218"/>
                  <dgm:constr type="l" for="ch" forName="childText2" refType="w" fact="0.539"/>
                  <dgm:constr type="t" for="ch" forName="childText2" refType="h" fact="0.312"/>
                  <dgm:constr type="w" for="ch" forName="childText2" refType="w" fact="0.2305"/>
                  <dgm:constr type="h" for="ch" forName="childText2" refType="h" fact="0.5085"/>
                  <dgm:constr type="l" for="ch" forName="childText3" refType="w" fact="0.3085"/>
                  <dgm:constr type="t" for="ch" forName="childText3" refType="h" fact="0.406"/>
                  <dgm:constr type="w" for="ch" forName="childText3" refType="w" fact="0.2305"/>
                  <dgm:constr type="h" for="ch" forName="childText3" refType="h" fact="0.5119"/>
                  <dgm:constr type="l" for="ch" forName="childText4" refType="w" fact="0.076"/>
                  <dgm:constr type="t" for="ch" forName="childText4" refType="h" fact="0.5"/>
                  <dgm:constr type="w" for="ch" forName="childText4" refType="w" fact="0.2346"/>
                  <dgm:constr type="h" for="ch" forName="childText4" refType="h" fact="0.5179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21"/>
                  <dgm:constr type="l" for="ch" forName="parentText2" refType="w" fact="0"/>
                  <dgm:constr type="t" for="ch" forName="parentText2" refType="h" fact="0.094"/>
                  <dgm:constr type="w" for="ch" forName="parentText2" refType="w" fact="0.7695"/>
                  <dgm:constr type="h" for="ch" forName="parentText2" refType="h" fact="0.2821"/>
                  <dgm:constr type="l" for="ch" forName="parentText3" refType="w" fact="0"/>
                  <dgm:constr type="t" for="ch" forName="parentText3" refType="h" fact="0.188"/>
                  <dgm:constr type="w" for="ch" forName="parentText3" refType="w" fact="0.539"/>
                  <dgm:constr type="h" for="ch" forName="parentText3" refType="h" fact="0.2821"/>
                  <dgm:constr type="l" for="ch" forName="parentText4" refType="w" fact="0"/>
                  <dgm:constr type="t" for="ch" forName="parentText4" refType="h" fact="0.282"/>
                  <dgm:constr type="w" for="ch" forName="parentText4" refType="w" fact="0.3085"/>
                  <dgm:constr type="h" for="ch" forName="parentText4" refType="h" fact="0.2821"/>
                </dgm:constrLst>
              </dgm:else>
            </dgm:choose>
          </dgm:else>
        </dgm:choose>
      </dgm:if>
      <dgm:else name="Name42">
        <dgm:choose name="Name43">
          <dgm:if name="Name44" axis="ch ch" ptType="node node" func="cnt" op="equ" val="0">
            <dgm:alg type="composite">
              <dgm:param type="ar" val="2.9463"/>
            </dgm:alg>
            <dgm:choose name="Name45">
              <dgm:if name="Name4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4285"/>
                  <dgm:constr type="l" for="ch" forName="parentText2" refType="w" fact="0.1848"/>
                  <dgm:constr type="t" for="ch" forName="parentText2" refType="h" fact="0.1429"/>
                  <dgm:constr type="w" for="ch" forName="parentText2" refType="w" fact="0.8152"/>
                  <dgm:constr type="h" for="ch" forName="parentText2" refType="h" fact="0.4285"/>
                  <dgm:constr type="l" for="ch" forName="parentText3" refType="w" fact="0.3696"/>
                  <dgm:constr type="t" for="ch" forName="parentText3" refType="h" fact="0.2858"/>
                  <dgm:constr type="w" for="ch" forName="parentText3" refType="w" fact="0.6304"/>
                  <dgm:constr type="h" for="ch" forName="parentText3" refType="h" fact="0.4285"/>
                  <dgm:constr type="l" for="ch" forName="parentText4" refType="w" fact="0.5545"/>
                  <dgm:constr type="t" for="ch" forName="parentText4" refType="h" fact="0.4286"/>
                  <dgm:constr type="w" for="ch" forName="parentText4" refType="w" fact="0.4455"/>
                  <dgm:constr type="h" for="ch" forName="parentText4" refType="h" fact="0.4285"/>
                  <dgm:constr type="l" for="ch" forName="parentText5" refType="w" fact="0.7393"/>
                  <dgm:constr type="t" for="ch" forName="parentText5" refType="h" fact="0.5715"/>
                  <dgm:constr type="w" for="ch" forName="parentText5" refType="w" fact="0.2607"/>
                  <dgm:constr type="h" for="ch" forName="parentText5" refType="h" fact="0.4285"/>
                </dgm:constrLst>
              </dgm:if>
              <dgm:else name="Name4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4285"/>
                  <dgm:constr type="l" for="ch" forName="parentText2" refType="w" fact="0"/>
                  <dgm:constr type="t" for="ch" forName="parentText2" refType="h" fact="0.1429"/>
                  <dgm:constr type="w" for="ch" forName="parentText2" refType="w" fact="0.8152"/>
                  <dgm:constr type="h" for="ch" forName="parentText2" refType="h" fact="0.4285"/>
                  <dgm:constr type="l" for="ch" forName="parentText3" refType="w" fact="0"/>
                  <dgm:constr type="t" for="ch" forName="parentText3" refType="h" fact="0.2858"/>
                  <dgm:constr type="w" for="ch" forName="parentText3" refType="w" fact="0.6304"/>
                  <dgm:constr type="h" for="ch" forName="parentText3" refType="h" fact="0.4285"/>
                  <dgm:constr type="l" for="ch" forName="parentText4" refType="w" fact="0"/>
                  <dgm:constr type="t" for="ch" forName="parentText4" refType="h" fact="0.4286"/>
                  <dgm:constr type="w" for="ch" forName="parentText4" refType="w" fact="0.4455"/>
                  <dgm:constr type="h" for="ch" forName="parentText4" refType="h" fact="0.4285"/>
                  <dgm:constr type="l" for="ch" forName="parentText5" refType="w" fact="0"/>
                  <dgm:constr type="t" for="ch" forName="parentText5" refType="h" fact="0.5715"/>
                  <dgm:constr type="w" for="ch" forName="parentText5" refType="w" fact="0.2607"/>
                  <dgm:constr type="h" for="ch" forName="parentText5" refType="h" fact="0.4285"/>
                </dgm:constrLst>
              </dgm:else>
            </dgm:choose>
          </dgm:if>
          <dgm:else name="Name48">
            <dgm:alg type="composite">
              <dgm:param type="ar" val="1.7837"/>
            </dgm:alg>
            <dgm:choose name="Name49">
              <dgm:if name="Name5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5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5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5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childText5" refType="primFontSz" refFor="des" refForName="parentText4" op="lte"/>
                  <dgm:constr type="primFontSz" for="des" forName="childText1" refType="primFontSz" refFor="des" refForName="parentText5" op="lte"/>
                  <dgm:constr type="primFontSz" for="des" forName="childText2" refType="primFontSz" refFor="des" refForName="parentText5" op="lte"/>
                  <dgm:constr type="primFontSz" for="des" forName="childText3" refType="primFontSz" refFor="des" refForName="parentText5" op="lte"/>
                  <dgm:constr type="primFontSz" for="des" forName="childText4" refType="primFontSz" refFor="des" refForName="parentText5" op="lte"/>
                  <dgm:constr type="primFontSz" for="des" forName="childText5" refType="primFontSz" refFor="des" refForName="parentText5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primFontSz" for="des" forName="childText5" refType="primFontSz" refFor="des" refForName="childText1" op="equ"/>
                  <dgm:constr type="l" for="ch" forName="childText1" refType="w" fact="0"/>
                  <dgm:constr type="t" for="ch" forName="childText1" refType="h" fact="0.1997"/>
                  <dgm:constr type="w" for="ch" forName="childText1" refType="w" fact="0.18482"/>
                  <dgm:constr type="h" for="ch" forName="childText1" refType="h" fact="0.4763"/>
                  <dgm:constr type="l" for="ch" forName="childText2" refType="w" fact="0.1848"/>
                  <dgm:constr type="t" for="ch" forName="childText2" refType="h" fact="0.2862"/>
                  <dgm:constr type="w" for="ch" forName="childText2" refType="w" fact="0.18482"/>
                  <dgm:constr type="h" for="ch" forName="childText2" refType="h" fact="0.4763"/>
                  <dgm:constr type="l" for="ch" forName="childText3" refType="w" fact="0.3696"/>
                  <dgm:constr type="t" for="ch" forName="childText3" refType="h" fact="0.3727"/>
                  <dgm:constr type="w" for="ch" forName="childText3" refType="w" fact="0.18482"/>
                  <dgm:constr type="h" for="ch" forName="childText3" refType="h" fact="0.4763"/>
                  <dgm:constr type="l" for="ch" forName="childText4" refType="w" fact="0.5545"/>
                  <dgm:constr type="t" for="ch" forName="childText4" refType="h" fact="0.4592"/>
                  <dgm:constr type="w" for="ch" forName="childText4" refType="w" fact="0.18482"/>
                  <dgm:constr type="h" for="ch" forName="childText4" refType="h" fact="0.4763"/>
                  <dgm:constr type="l" for="ch" forName="childText5" refType="w" fact="0.7393"/>
                  <dgm:constr type="t" for="ch" forName="childText5" refType="h" fact="0.5457"/>
                  <dgm:constr type="w" for="ch" forName="childText5" refType="w" fact="0.18482"/>
                  <dgm:constr type="h" for="ch" forName="childText5" refType="h" fact="0.476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594"/>
                  <dgm:constr type="l" for="ch" forName="parentText2" refType="w" fact="0.1848"/>
                  <dgm:constr type="t" for="ch" forName="parentText2" refType="h" fact="0.0865"/>
                  <dgm:constr type="w" for="ch" forName="parentText2" refType="w" fact="0.8152"/>
                  <dgm:constr type="h" for="ch" forName="parentText2" refType="h" fact="0.2594"/>
                  <dgm:constr type="l" for="ch" forName="parentText3" refType="w" fact="0.3696"/>
                  <dgm:constr type="t" for="ch" forName="parentText3" refType="h" fact="0.173"/>
                  <dgm:constr type="w" for="ch" forName="parentText3" refType="w" fact="0.6304"/>
                  <dgm:constr type="h" for="ch" forName="parentText3" refType="h" fact="0.2594"/>
                  <dgm:constr type="l" for="ch" forName="parentText4" refType="w" fact="0.5545"/>
                  <dgm:constr type="t" for="ch" forName="parentText4" refType="h" fact="0.2595"/>
                  <dgm:constr type="w" for="ch" forName="parentText4" refType="w" fact="0.4455"/>
                  <dgm:constr type="h" for="ch" forName="parentText4" refType="h" fact="0.2594"/>
                  <dgm:constr type="l" for="ch" forName="parentText5" refType="w" fact="0.7393"/>
                  <dgm:constr type="t" for="ch" forName="parentText5" refType="h" fact="0.346"/>
                  <dgm:constr type="w" for="ch" forName="parentText5" refType="w" fact="0.2607"/>
                  <dgm:constr type="h" for="ch" forName="parentText5" refType="h" fact="0.2594"/>
                </dgm:constrLst>
              </dgm:if>
              <dgm:else name="Name5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5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5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5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childText5" refType="primFontSz" refFor="des" refForName="parentText4" op="lte"/>
                  <dgm:constr type="primFontSz" for="des" forName="childText1" refType="primFontSz" refFor="des" refForName="parentText5" op="lte"/>
                  <dgm:constr type="primFontSz" for="des" forName="childText2" refType="primFontSz" refFor="des" refForName="parentText5" op="lte"/>
                  <dgm:constr type="primFontSz" for="des" forName="childText3" refType="primFontSz" refFor="des" refForName="parentText5" op="lte"/>
                  <dgm:constr type="primFontSz" for="des" forName="childText4" refType="primFontSz" refFor="des" refForName="parentText5" op="lte"/>
                  <dgm:constr type="primFontSz" for="des" forName="childText5" refType="primFontSz" refFor="des" refForName="parentText5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primFontSz" for="des" forName="childText5" refType="primFontSz" refFor="des" refForName="childText1" op="equ"/>
                  <dgm:constr type="l" for="ch" forName="childText1" refType="w" fact="0.81518"/>
                  <dgm:constr type="t" for="ch" forName="childText1" refType="h" fact="0.1997"/>
                  <dgm:constr type="w" for="ch" forName="childText1" refType="w" fact="0.18482"/>
                  <dgm:constr type="h" for="ch" forName="childText1" refType="h" fact="0.4763"/>
                  <dgm:constr type="l" for="ch" forName="childText2" refType="w" fact="0.63036"/>
                  <dgm:constr type="t" for="ch" forName="childText2" refType="h" fact="0.2862"/>
                  <dgm:constr type="w" for="ch" forName="childText2" refType="w" fact="0.18482"/>
                  <dgm:constr type="h" for="ch" forName="childText2" refType="h" fact="0.4763"/>
                  <dgm:constr type="l" for="ch" forName="childText3" refType="w" fact="0.44554"/>
                  <dgm:constr type="t" for="ch" forName="childText3" refType="h" fact="0.3727"/>
                  <dgm:constr type="w" for="ch" forName="childText3" refType="w" fact="0.18482"/>
                  <dgm:constr type="h" for="ch" forName="childText3" refType="h" fact="0.4763"/>
                  <dgm:constr type="l" for="ch" forName="childText4" refType="w" fact="0.26072"/>
                  <dgm:constr type="t" for="ch" forName="childText4" refType="h" fact="0.4592"/>
                  <dgm:constr type="w" for="ch" forName="childText4" refType="w" fact="0.18482"/>
                  <dgm:constr type="h" for="ch" forName="childText4" refType="h" fact="0.4763"/>
                  <dgm:constr type="l" for="ch" forName="childText5" refType="w" fact="0.0759"/>
                  <dgm:constr type="t" for="ch" forName="childText5" refType="h" fact="0.5457"/>
                  <dgm:constr type="w" for="ch" forName="childText5" refType="w" fact="0.18482"/>
                  <dgm:constr type="h" for="ch" forName="childText5" refType="h" fact="0.476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594"/>
                  <dgm:constr type="l" for="ch" forName="parentText2" refType="w" fact="0"/>
                  <dgm:constr type="t" for="ch" forName="parentText2" refType="h" fact="0.0865"/>
                  <dgm:constr type="w" for="ch" forName="parentText2" refType="w" fact="0.8152"/>
                  <dgm:constr type="h" for="ch" forName="parentText2" refType="h" fact="0.2594"/>
                  <dgm:constr type="l" for="ch" forName="parentText3" refType="w" fact="0"/>
                  <dgm:constr type="t" for="ch" forName="parentText3" refType="h" fact="0.173"/>
                  <dgm:constr type="w" for="ch" forName="parentText3" refType="w" fact="0.6304"/>
                  <dgm:constr type="h" for="ch" forName="parentText3" refType="h" fact="0.2594"/>
                  <dgm:constr type="l" for="ch" forName="parentText4" refType="w" fact="0"/>
                  <dgm:constr type="t" for="ch" forName="parentText4" refType="h" fact="0.2595"/>
                  <dgm:constr type="w" for="ch" forName="parentText4" refType="w" fact="0.4455"/>
                  <dgm:constr type="h" for="ch" forName="parentText4" refType="h" fact="0.2594"/>
                  <dgm:constr type="l" for="ch" forName="parentText5" refType="w" fact="0"/>
                  <dgm:constr type="t" for="ch" forName="parentText5" refType="h" fact="0.346"/>
                  <dgm:constr type="w" for="ch" forName="parentText5" refType="w" fact="0.2607"/>
                  <dgm:constr type="h" for="ch" forName="parentText5" refType="h" fact="0.2594"/>
                </dgm:constrLst>
              </dgm:else>
            </dgm:choose>
          </dgm:else>
        </dgm:choose>
      </dgm:else>
    </dgm:choose>
    <dgm:forEach name="Name52" axis="ch" ptType="node" cnt="1">
      <dgm:layoutNode name="parentText1" styleLbl="node1">
        <dgm:varLst>
          <dgm:chMax/>
          <dgm:chPref val="3"/>
          <dgm:bulletEnabled val="1"/>
        </dgm:varLst>
        <dgm:choose name="Name53">
          <dgm:if name="Name54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55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56">
        <dgm:if name="Name57" axis="ch" ptType="node" func="cnt" op="gte" val="1">
          <dgm:layoutNode name="childText1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8"/>
      </dgm:choose>
    </dgm:forEach>
    <dgm:forEach name="Name59" axis="ch" ptType="node" st="2" cnt="1">
      <dgm:layoutNode name="parentText2" styleLbl="node1">
        <dgm:varLst>
          <dgm:chMax/>
          <dgm:chPref val="3"/>
          <dgm:bulletEnabled val="1"/>
        </dgm:varLst>
        <dgm:choose name="Name60">
          <dgm:if name="Name61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62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63">
        <dgm:if name="Name64" axis="ch" ptType="node" func="cnt" op="gte" val="1">
          <dgm:layoutNode name="childText2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5"/>
      </dgm:choose>
    </dgm:forEach>
    <dgm:forEach name="Name66" axis="ch" ptType="node" st="3" cnt="1">
      <dgm:layoutNode name="parentText3" styleLbl="node1">
        <dgm:varLst>
          <dgm:chMax/>
          <dgm:chPref val="3"/>
          <dgm:bulletEnabled val="1"/>
        </dgm:varLst>
        <dgm:choose name="Name67">
          <dgm:if name="Name68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69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70">
        <dgm:if name="Name71" axis="ch" ptType="node" func="cnt" op="gte" val="1">
          <dgm:layoutNode name="childText3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</dgm:forEach>
    <dgm:forEach name="Name73" axis="ch" ptType="node" st="4" cnt="1">
      <dgm:layoutNode name="parentText4" styleLbl="node1">
        <dgm:varLst>
          <dgm:chMax/>
          <dgm:chPref val="3"/>
          <dgm:bulletEnabled val="1"/>
        </dgm:varLst>
        <dgm:choose name="Name74">
          <dgm:if name="Name75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76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77">
        <dgm:if name="Name78" axis="ch" ptType="node" func="cnt" op="gte" val="1">
          <dgm:layoutNode name="childText4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9"/>
      </dgm:choose>
    </dgm:forEach>
    <dgm:forEach name="Name80" axis="ch" ptType="node" st="5" cnt="1">
      <dgm:layoutNode name="parentText5" styleLbl="node1">
        <dgm:varLst>
          <dgm:chMax/>
          <dgm:chPref val="3"/>
          <dgm:bulletEnabled val="1"/>
        </dgm:varLst>
        <dgm:choose name="Name81">
          <dgm:if name="Name82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83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84">
        <dgm:if name="Name85" axis="ch" ptType="node" func="cnt" op="gte" val="1">
          <dgm:layoutNode name="childText5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6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98D94A-F48F-CA48-90ED-11F98B7D2025}" type="datetimeFigureOut">
              <a:rPr kumimoji="1" lang="zh-CN" altLang="en-US" smtClean="0"/>
              <a:t>2025/11/13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3128F6-A017-174C-B258-28A5558C2B7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3128F6-A017-174C-B258-28A5558C2B7B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824301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128F6-A017-174C-B258-28A5558C2B7B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907990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128F6-A017-174C-B258-28A5558C2B7B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543975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128F6-A017-174C-B258-28A5558C2B7B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192257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128F6-A017-174C-B258-28A5558C2B7B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452326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128F6-A017-174C-B258-28A5558C2B7B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377441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128F6-A017-174C-B258-28A5558C2B7B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103750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128F6-A017-174C-B258-28A5558C2B7B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465308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128F6-A017-174C-B258-28A5558C2B7B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567622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128F6-A017-174C-B258-28A5558C2B7B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711561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128F6-A017-174C-B258-28A5558C2B7B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768804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128F6-A017-174C-B258-28A5558C2B7B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235868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128F6-A017-174C-B258-28A5558C2B7B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882799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128F6-A017-174C-B258-28A5558C2B7B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602003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128F6-A017-174C-B258-28A5558C2B7B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95303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128F6-A017-174C-B258-28A5558C2B7B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703468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128F6-A017-174C-B258-28A5558C2B7B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853172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128F6-A017-174C-B258-28A5558C2B7B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880157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128F6-A017-174C-B258-28A5558C2B7B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207529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128F6-A017-174C-B258-28A5558C2B7B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206913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128F6-A017-174C-B258-28A5558C2B7B}" type="slidenum">
              <a:rPr kumimoji="1" lang="zh-CN" altLang="en-US" smtClean="0"/>
              <a:t>21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050754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128F6-A017-174C-B258-28A5558C2B7B}" type="slidenum">
              <a:rPr kumimoji="1" lang="zh-CN" altLang="en-US" smtClean="0"/>
              <a:t>22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59860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128F6-A017-174C-B258-28A5558C2B7B}" type="slidenum">
              <a:rPr kumimoji="1" lang="zh-CN" altLang="en-US" smtClean="0"/>
              <a:t>23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79540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128F6-A017-174C-B258-28A5558C2B7B}" type="slidenum">
              <a:rPr kumimoji="1" lang="zh-CN" altLang="en-US" smtClean="0"/>
              <a:t>24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584172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128F6-A017-174C-B258-28A5558C2B7B}" type="slidenum">
              <a:rPr kumimoji="1" lang="zh-CN" altLang="en-US" smtClean="0"/>
              <a:t>25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044263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128F6-A017-174C-B258-28A5558C2B7B}" type="slidenum">
              <a:rPr kumimoji="1" lang="zh-CN" altLang="en-US" smtClean="0"/>
              <a:t>26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042783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128F6-A017-174C-B258-28A5558C2B7B}" type="slidenum">
              <a:rPr kumimoji="1" lang="zh-CN" altLang="en-US" smtClean="0"/>
              <a:t>27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45169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3988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日期占位符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CBF9A-433C-334B-9BE7-F7F914560784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gist.nju.edu.cn</a:t>
            </a:r>
          </a:p>
        </p:txBody>
      </p:sp>
      <p:sp>
        <p:nvSpPr>
          <p:cNvPr id="15" name="幻灯片编号占位符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E184B-EA4B-D245-BC94-5D18AE7C505B}" type="slidenum">
              <a:rPr kumimoji="1" lang="zh-CN" alt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9930" y="920151"/>
            <a:ext cx="7543800" cy="523426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F50D-A9E9-F647-91DF-E56CF0CE87AF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Gist.nju.edu.cn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261620" y="113770"/>
            <a:ext cx="7543800" cy="5010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3DA3A-0A4F-F748-BA5A-0380BB7E3C62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述职报告 </a:t>
            </a:r>
            <a:r>
              <a:rPr lang="en-US" altLang="zh-CN"/>
              <a:t>C13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-255686"/>
            <a:ext cx="7543800" cy="1450757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344084"/>
            <a:ext cx="3703320" cy="402336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00575" y="1344086"/>
            <a:ext cx="3703320" cy="402335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A1206-61D6-9949-B07F-D80376CD568D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述职报告 </a:t>
            </a:r>
            <a:r>
              <a:rPr lang="en-US" altLang="zh-CN"/>
              <a:t>C13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01370" y="-234096"/>
            <a:ext cx="75438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1370" y="1364087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1370" y="2134024"/>
            <a:ext cx="3703320" cy="32867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5970" y="136472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85970" y="2163869"/>
            <a:ext cx="3703320" cy="32867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E1A10-9848-194D-BF5B-11A9CC1E53C1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述职报告 </a:t>
            </a:r>
            <a:r>
              <a:rPr lang="en-US" altLang="zh-CN"/>
              <a:t>C13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AF73-8086-CA4F-9198-CE35FD93EF7E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述职报告 </a:t>
            </a:r>
            <a:r>
              <a:rPr lang="en-US" altLang="zh-CN"/>
              <a:t>C13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F4B73-E8A4-DC47-B126-EF6296AF54B2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述职报告 </a:t>
            </a:r>
            <a:r>
              <a:rPr lang="en-US" altLang="zh-CN"/>
              <a:t>C13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6A7023C7-887E-3445-8F7F-6028285B9392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述职报告 </a:t>
            </a:r>
            <a:r>
              <a:rPr lang="en-US" altLang="zh-CN"/>
              <a:t>C13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12" y="0"/>
            <a:ext cx="9143989" cy="4915076"/>
          </a:xfrm>
          <a:solidFill>
            <a:schemeClr val="accent2"/>
          </a:solid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将图片拖动到占位符，或单击添加图标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39476-54AC-D34E-85AC-3D302D3D67F9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述职报告 </a:t>
            </a:r>
            <a:r>
              <a:rPr lang="en-US" altLang="zh-CN"/>
              <a:t>C13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9084" y="286118"/>
            <a:ext cx="935351" cy="117267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70E85-8CF4-F24D-8C6C-08E33F5D0ADE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述职报告 </a:t>
            </a:r>
            <a:r>
              <a:rPr lang="en-US" altLang="zh-CN"/>
              <a:t>C13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8E162-072C-1247-B2BA-951A51A18AE9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述职报告 </a:t>
            </a:r>
            <a:r>
              <a:rPr lang="en-US" altLang="zh-CN"/>
              <a:t>C13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395" y="169387"/>
            <a:ext cx="7543800" cy="5010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9930" y="741680"/>
            <a:ext cx="7543800" cy="55219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3644A07D-A3DC-3548-8AFD-38EA30987F0A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 altLang="zh-C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261395" y="670888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8940" y="240665"/>
            <a:ext cx="620395" cy="77851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4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22960" y="758825"/>
            <a:ext cx="7543800" cy="256667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25000"/>
              </a:lnSpc>
            </a:pPr>
            <a:r>
              <a:rPr kumimoji="1" lang="zh-CN" altLang="en-US" sz="4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软件测试实验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734637" y="6949931"/>
            <a:ext cx="7543800" cy="1143000"/>
          </a:xfrm>
        </p:spPr>
        <p:txBody>
          <a:bodyPr>
            <a:normAutofit/>
          </a:bodyPr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华文楷体" charset="0"/>
                <a:ea typeface="华文楷体" charset="0"/>
              </a:rPr>
              <a:t>南京大学计算机学院</a:t>
            </a:r>
            <a:endParaRPr kumimoji="1" lang="zh-CN" altLang="en-US" sz="1400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6EBD1-1C38-9144-B80F-2CDC2527D9DD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E184B-EA4B-D245-BC94-5D18AE7C505B}" type="slidenum">
              <a:rPr kumimoji="1" lang="zh-CN" altLang="en-US" smtClean="0"/>
              <a:t>1</a:t>
            </a:fld>
            <a:endParaRPr lang="en-US" dirty="0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en-US" altLang="zh-CN" dirty="0"/>
              <a:t>Gist.nju.edu.cn</a:t>
            </a:r>
          </a:p>
        </p:txBody>
      </p:sp>
      <p:sp>
        <p:nvSpPr>
          <p:cNvPr id="4" name="文本框 3"/>
          <p:cNvSpPr txBox="1"/>
          <p:nvPr userDrawn="1"/>
        </p:nvSpPr>
        <p:spPr>
          <a:xfrm>
            <a:off x="1075510" y="3630404"/>
            <a:ext cx="7050575" cy="52197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spc="-50" dirty="0">
                <a:solidFill>
                  <a:schemeClr val="tx1"/>
                </a:solidFill>
              </a:rPr>
              <a:t>概论 </a:t>
            </a:r>
            <a:r>
              <a:rPr kumimoji="1" lang="en-US" altLang="zh-CN" sz="2800" spc="-50" dirty="0">
                <a:solidFill>
                  <a:schemeClr val="tx1"/>
                </a:solidFill>
              </a:rPr>
              <a:t>&amp; shell</a:t>
            </a:r>
            <a:r>
              <a:rPr kumimoji="1" lang="zh-CN" altLang="en-US" sz="2800" spc="-50" dirty="0">
                <a:solidFill>
                  <a:schemeClr val="tx1"/>
                </a:solidFill>
              </a:rPr>
              <a:t>功能测试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03108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F50D-A9E9-F647-91DF-E56CF0CE87AF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Gist.nju.edu.cn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</a:t>
            </a:fld>
            <a:endParaRPr 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实验目的</a:t>
            </a:r>
            <a:endParaRPr lang="zh-CN" altLang="en-US" dirty="0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53EB32FE-3926-42BF-A55E-0D959F81B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0802" y="1561051"/>
            <a:ext cx="660281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0E48E76-A52D-4942-A949-E951AEC4A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EDC315F-4105-4C31-9D39-2BE773BBFB77}"/>
              </a:ext>
            </a:extLst>
          </p:cNvPr>
          <p:cNvSpPr txBox="1"/>
          <p:nvPr/>
        </p:nvSpPr>
        <p:spPr>
          <a:xfrm>
            <a:off x="585177" y="1443383"/>
            <a:ext cx="67582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zh-CN" altLang="en-US" sz="2000" dirty="0"/>
              <a:t>掌握使用</a:t>
            </a:r>
            <a:r>
              <a:rPr lang="zh-CN" altLang="en-US" sz="2000" b="1" dirty="0"/>
              <a:t>主流测试工具</a:t>
            </a:r>
            <a:r>
              <a:rPr lang="zh-CN" altLang="en-US" sz="2000" dirty="0"/>
              <a:t>和技术对</a:t>
            </a:r>
            <a:r>
              <a:rPr lang="zh-CN" altLang="en-US" sz="2000" b="1" dirty="0"/>
              <a:t>具体软件</a:t>
            </a:r>
            <a:r>
              <a:rPr lang="zh-CN" altLang="en-US" sz="2000" dirty="0"/>
              <a:t>进行测试的能力。</a:t>
            </a:r>
            <a:endParaRPr lang="zh-CN" altLang="en-US" dirty="0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BC451F9F-7334-EE6E-509A-FD76C6135F24}"/>
              </a:ext>
            </a:extLst>
          </p:cNvPr>
          <p:cNvGrpSpPr/>
          <p:nvPr/>
        </p:nvGrpSpPr>
        <p:grpSpPr>
          <a:xfrm>
            <a:off x="1469884" y="2605093"/>
            <a:ext cx="1854204" cy="1338218"/>
            <a:chOff x="1146327" y="2545565"/>
            <a:chExt cx="1854204" cy="1338218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63142D7E-2A71-407F-2F7D-2CC9D54F0F49}"/>
                </a:ext>
              </a:extLst>
            </p:cNvPr>
            <p:cNvSpPr txBox="1"/>
            <p:nvPr/>
          </p:nvSpPr>
          <p:spPr>
            <a:xfrm>
              <a:off x="1146327" y="2545565"/>
              <a:ext cx="18542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1200"/>
                </a:spcAft>
              </a:pPr>
              <a:r>
                <a:rPr lang="en-US" altLang="zh-CN" dirty="0" err="1"/>
                <a:t>GoogleTest</a:t>
              </a:r>
              <a:endParaRPr lang="zh-CN" altLang="en-US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AC7EDD11-FC58-4F0A-E579-086A8015A809}"/>
                </a:ext>
              </a:extLst>
            </p:cNvPr>
            <p:cNvSpPr txBox="1"/>
            <p:nvPr/>
          </p:nvSpPr>
          <p:spPr>
            <a:xfrm>
              <a:off x="1146327" y="3030008"/>
              <a:ext cx="18542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1200"/>
                </a:spcAft>
              </a:pPr>
              <a:r>
                <a:rPr lang="en-US" altLang="zh-CN" dirty="0"/>
                <a:t>Selenium</a:t>
              </a:r>
              <a:endParaRPr lang="zh-CN" altLang="en-US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737C6FD6-88C7-3EDC-18B6-E6D9509E108A}"/>
                </a:ext>
              </a:extLst>
            </p:cNvPr>
            <p:cNvSpPr txBox="1"/>
            <p:nvPr/>
          </p:nvSpPr>
          <p:spPr>
            <a:xfrm>
              <a:off x="1146327" y="3514451"/>
              <a:ext cx="18542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1200"/>
                </a:spcAft>
              </a:pPr>
              <a:r>
                <a:rPr lang="zh-CN" altLang="en-US" dirty="0"/>
                <a:t>？</a:t>
              </a: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769089CC-C276-4FC8-C7A3-C0BD2D9AC5A1}"/>
              </a:ext>
            </a:extLst>
          </p:cNvPr>
          <p:cNvGrpSpPr/>
          <p:nvPr/>
        </p:nvGrpSpPr>
        <p:grpSpPr>
          <a:xfrm>
            <a:off x="3917520" y="2605093"/>
            <a:ext cx="1854204" cy="1338218"/>
            <a:chOff x="1146327" y="2545565"/>
            <a:chExt cx="1854204" cy="1338218"/>
          </a:xfrm>
        </p:grpSpPr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6C75F358-A4B2-C3A6-6392-6101CBE9E037}"/>
                </a:ext>
              </a:extLst>
            </p:cNvPr>
            <p:cNvSpPr txBox="1"/>
            <p:nvPr/>
          </p:nvSpPr>
          <p:spPr>
            <a:xfrm>
              <a:off x="1146327" y="2545565"/>
              <a:ext cx="18542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1200"/>
                </a:spcAft>
              </a:pPr>
              <a:r>
                <a:rPr lang="en-US" altLang="zh-CN" dirty="0"/>
                <a:t>Shell</a:t>
              </a:r>
              <a:endParaRPr lang="zh-CN" altLang="en-US" dirty="0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E75D26DE-A5C7-8479-3FD3-83FDCEE80C56}"/>
                </a:ext>
              </a:extLst>
            </p:cNvPr>
            <p:cNvSpPr txBox="1"/>
            <p:nvPr/>
          </p:nvSpPr>
          <p:spPr>
            <a:xfrm>
              <a:off x="1146327" y="3030008"/>
              <a:ext cx="18542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1200"/>
                </a:spcAft>
              </a:pPr>
              <a:r>
                <a:rPr lang="en-US" altLang="zh-CN" dirty="0"/>
                <a:t>Web</a:t>
              </a:r>
              <a:r>
                <a:rPr lang="zh-CN" altLang="en-US" dirty="0"/>
                <a:t>应用</a:t>
              </a: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F12E535F-027B-715A-5027-59DB306544C0}"/>
                </a:ext>
              </a:extLst>
            </p:cNvPr>
            <p:cNvSpPr txBox="1"/>
            <p:nvPr/>
          </p:nvSpPr>
          <p:spPr>
            <a:xfrm>
              <a:off x="1146327" y="3514451"/>
              <a:ext cx="18542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1200"/>
                </a:spcAft>
              </a:pPr>
              <a:r>
                <a:rPr lang="zh-CN" altLang="en-US" dirty="0"/>
                <a:t>大语言模型</a:t>
              </a:r>
            </a:p>
          </p:txBody>
        </p:sp>
      </p:grpSp>
      <p:sp>
        <p:nvSpPr>
          <p:cNvPr id="25" name="箭头: 下 24">
            <a:extLst>
              <a:ext uri="{FF2B5EF4-FFF2-40B4-BE49-F238E27FC236}">
                <a16:creationId xmlns:a16="http://schemas.microsoft.com/office/drawing/2014/main" id="{8360188F-9BA0-7F31-43A5-3387C50E23E1}"/>
              </a:ext>
            </a:extLst>
          </p:cNvPr>
          <p:cNvSpPr/>
          <p:nvPr/>
        </p:nvSpPr>
        <p:spPr>
          <a:xfrm rot="16200000">
            <a:off x="3452589" y="2824713"/>
            <a:ext cx="336430" cy="37502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6097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F50D-A9E9-F647-91DF-E56CF0CE87AF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Gist.nju.edu.cn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实验构成</a:t>
            </a:r>
            <a:endParaRPr lang="zh-CN" altLang="en-US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0E48E76-A52D-4942-A949-E951AEC4A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图示 10">
            <a:extLst>
              <a:ext uri="{FF2B5EF4-FFF2-40B4-BE49-F238E27FC236}">
                <a16:creationId xmlns:a16="http://schemas.microsoft.com/office/drawing/2014/main" id="{F59287D3-EA1C-25FA-F2CE-F5B80F3AA4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7937555"/>
              </p:ext>
            </p:extLst>
          </p:nvPr>
        </p:nvGraphicFramePr>
        <p:xfrm>
          <a:off x="1144172" y="125984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84174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F50D-A9E9-F647-91DF-E56CF0CE87AF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Gist.nju.edu.cn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其他信息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0E48E76-A52D-4942-A949-E951AEC4A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8D4D5C7-23CC-DA01-58E9-40E843E2342A}"/>
              </a:ext>
            </a:extLst>
          </p:cNvPr>
          <p:cNvSpPr txBox="1"/>
          <p:nvPr/>
        </p:nvSpPr>
        <p:spPr>
          <a:xfrm>
            <a:off x="202319" y="1015920"/>
            <a:ext cx="18160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zh-CN" altLang="en-US" sz="2000" b="1" dirty="0"/>
              <a:t>课程资源</a:t>
            </a:r>
            <a:endParaRPr lang="zh-CN" altLang="en-US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04373EE-B594-230F-1C20-32D50C79D805}"/>
              </a:ext>
            </a:extLst>
          </p:cNvPr>
          <p:cNvSpPr txBox="1"/>
          <p:nvPr/>
        </p:nvSpPr>
        <p:spPr>
          <a:xfrm>
            <a:off x="231883" y="3425135"/>
            <a:ext cx="18160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zh-CN" altLang="en-US" sz="2000" b="1" dirty="0"/>
              <a:t>评分方式</a:t>
            </a:r>
            <a:endParaRPr lang="zh-CN" altLang="en-US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9AE71D8-9AD2-12EA-E413-2F3E6E70C8A4}"/>
              </a:ext>
            </a:extLst>
          </p:cNvPr>
          <p:cNvSpPr txBox="1"/>
          <p:nvPr/>
        </p:nvSpPr>
        <p:spPr>
          <a:xfrm>
            <a:off x="572461" y="1630704"/>
            <a:ext cx="6922118" cy="88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33333"/>
                </a:solidFill>
                <a:latin typeface="pingfang SC"/>
              </a:rPr>
              <a:t>代码骨架 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&amp; 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教学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PPT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实验指导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文档</a:t>
            </a:r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A2F6714-A8A6-BE2A-C270-5D794E1728DB}"/>
              </a:ext>
            </a:extLst>
          </p:cNvPr>
          <p:cNvSpPr txBox="1"/>
          <p:nvPr/>
        </p:nvSpPr>
        <p:spPr>
          <a:xfrm>
            <a:off x="572461" y="4020683"/>
            <a:ext cx="6922118" cy="88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提交实验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代码：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2025-12-21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（校历第 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17 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周周日） 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23:59:59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前</a:t>
            </a:r>
            <a:endParaRPr lang="en-US" altLang="zh-CN" dirty="0">
              <a:solidFill>
                <a:srgbClr val="333333"/>
              </a:solidFill>
              <a:latin typeface="pingfang SC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33333"/>
                </a:solidFill>
                <a:latin typeface="pingfang SC"/>
              </a:rPr>
              <a:t>计入平时分，提交不完全的代码也给一部分分</a:t>
            </a:r>
            <a:endParaRPr lang="zh-CN" altLang="en-US" b="0" i="0" dirty="0">
              <a:solidFill>
                <a:srgbClr val="333333"/>
              </a:solidFill>
              <a:effectLst/>
              <a:latin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3542287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F50D-A9E9-F647-91DF-E56CF0CE87AF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Gist.nju.edu.cn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Shell</a:t>
            </a:r>
            <a:r>
              <a:rPr kumimoji="1" lang="zh-CN" altLang="en-US" dirty="0"/>
              <a:t>测试</a:t>
            </a:r>
            <a:endParaRPr lang="zh-CN" altLang="en-US" dirty="0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53EB32FE-3926-42BF-A55E-0D959F81B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0802" y="1561051"/>
            <a:ext cx="660281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0E48E76-A52D-4942-A949-E951AEC4A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EDC315F-4105-4C31-9D39-2BE773BBFB77}"/>
              </a:ext>
            </a:extLst>
          </p:cNvPr>
          <p:cNvSpPr txBox="1"/>
          <p:nvPr/>
        </p:nvSpPr>
        <p:spPr>
          <a:xfrm>
            <a:off x="80949" y="1457977"/>
            <a:ext cx="53673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altLang="zh-CN" sz="2000" b="1" dirty="0"/>
              <a:t>Shell</a:t>
            </a:r>
            <a:r>
              <a:rPr lang="zh-CN" altLang="en-US" sz="2000" dirty="0"/>
              <a:t>：操作系统的命令行交互接口。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9CC7959-C531-0AAB-D86E-DE5CE0A80CDB}"/>
              </a:ext>
            </a:extLst>
          </p:cNvPr>
          <p:cNvSpPr txBox="1"/>
          <p:nvPr/>
        </p:nvSpPr>
        <p:spPr>
          <a:xfrm>
            <a:off x="1857497" y="5144635"/>
            <a:ext cx="61201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用户输入 → 词法</a:t>
            </a:r>
            <a:r>
              <a:rPr lang="en-US" altLang="zh-CN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/</a:t>
            </a:r>
            <a:r>
              <a:rPr lang="zh-CN" altLang="en-US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语法分析 → 命令执行 → 输出结果</a:t>
            </a:r>
          </a:p>
          <a:p>
            <a:r>
              <a:rPr lang="zh-CN" altLang="en-US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  </a:t>
            </a:r>
            <a:r>
              <a:rPr lang="en-US" altLang="zh-CN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(ls -la)  (</a:t>
            </a:r>
            <a:r>
              <a:rPr lang="zh-CN" altLang="en-US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分割、解析</a:t>
            </a:r>
            <a:r>
              <a:rPr lang="en-US" altLang="zh-CN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)   (</a:t>
            </a:r>
            <a:r>
              <a:rPr lang="zh-CN" altLang="en-US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调用系统</a:t>
            </a:r>
            <a:r>
              <a:rPr lang="en-US" altLang="zh-CN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)  (</a:t>
            </a:r>
            <a:r>
              <a:rPr lang="zh-CN" altLang="en-US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打印</a:t>
            </a:r>
            <a:r>
              <a:rPr lang="en-US" altLang="zh-CN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)</a:t>
            </a:r>
          </a:p>
        </p:txBody>
      </p:sp>
      <p:pic>
        <p:nvPicPr>
          <p:cNvPr id="1026" name="Picture 2" descr="Screenshot of Nerd Font Symbols preset">
            <a:extLst>
              <a:ext uri="{FF2B5EF4-FFF2-40B4-BE49-F238E27FC236}">
                <a16:creationId xmlns:a16="http://schemas.microsoft.com/office/drawing/2014/main" id="{AA058EC7-F29B-E051-AC6F-F509FF65BE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190" y="1958838"/>
            <a:ext cx="3750098" cy="2833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A6D68830-0474-0809-5BA7-CC360A5A6A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419838"/>
            <a:ext cx="4362565" cy="169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867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F50D-A9E9-F647-91DF-E56CF0CE87AF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Gist.nju.edu.cn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为什么要测 </a:t>
            </a:r>
            <a:r>
              <a:rPr kumimoji="1" lang="en-US" altLang="zh-CN" dirty="0"/>
              <a:t>Shell </a:t>
            </a:r>
            <a:r>
              <a:rPr kumimoji="1" lang="zh-CN" altLang="en-US" dirty="0"/>
              <a:t>？</a:t>
            </a:r>
            <a:endParaRPr lang="zh-CN" altLang="en-US" dirty="0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53EB32FE-3926-42BF-A55E-0D959F81B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0802" y="1561051"/>
            <a:ext cx="660281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0E48E76-A52D-4942-A949-E951AEC4A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9CC7959-C531-0AAB-D86E-DE5CE0A80CDB}"/>
              </a:ext>
            </a:extLst>
          </p:cNvPr>
          <p:cNvSpPr txBox="1"/>
          <p:nvPr/>
        </p:nvSpPr>
        <p:spPr>
          <a:xfrm>
            <a:off x="1443001" y="1764445"/>
            <a:ext cx="61201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用户输入 → 词法</a:t>
            </a:r>
            <a:r>
              <a:rPr lang="en-US" altLang="zh-CN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/</a:t>
            </a:r>
            <a:r>
              <a:rPr lang="zh-CN" altLang="en-US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语法分析 → 命令执行 → 输出结果</a:t>
            </a:r>
          </a:p>
          <a:p>
            <a:r>
              <a:rPr lang="zh-CN" altLang="en-US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  </a:t>
            </a:r>
            <a:r>
              <a:rPr lang="en-US" altLang="zh-CN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(ls -la)  (</a:t>
            </a:r>
            <a:r>
              <a:rPr lang="zh-CN" altLang="en-US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分割、解析</a:t>
            </a:r>
            <a:r>
              <a:rPr lang="en-US" altLang="zh-CN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)  (</a:t>
            </a:r>
            <a:r>
              <a:rPr lang="zh-CN" altLang="en-US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调用系统</a:t>
            </a:r>
            <a:r>
              <a:rPr lang="en-US" altLang="zh-CN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)   (</a:t>
            </a:r>
            <a:r>
              <a:rPr lang="zh-CN" altLang="en-US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打印</a:t>
            </a:r>
            <a:r>
              <a:rPr lang="en-US" altLang="zh-CN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)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514E98BC-5A24-0BBF-FC91-320487E1FA03}"/>
              </a:ext>
            </a:extLst>
          </p:cNvPr>
          <p:cNvSpPr/>
          <p:nvPr/>
        </p:nvSpPr>
        <p:spPr>
          <a:xfrm>
            <a:off x="2764639" y="1443802"/>
            <a:ext cx="2854841" cy="118340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Black Box</a:t>
            </a:r>
            <a:endParaRPr lang="zh-CN" altLang="en-US" sz="20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7CA3C29-AE84-245A-8D12-DBC33E7E2AFB}"/>
              </a:ext>
            </a:extLst>
          </p:cNvPr>
          <p:cNvSpPr txBox="1"/>
          <p:nvPr/>
        </p:nvSpPr>
        <p:spPr>
          <a:xfrm>
            <a:off x="2764639" y="3529578"/>
            <a:ext cx="699637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zh-CN" sz="2000" dirty="0"/>
              <a:t>✅ </a:t>
            </a:r>
            <a:r>
              <a:rPr lang="zh-CN" altLang="en-US" sz="2000" dirty="0"/>
              <a:t>实践黑盒测试方法</a:t>
            </a:r>
            <a:endParaRPr lang="en-US" altLang="zh-CN" sz="2000" dirty="0"/>
          </a:p>
          <a:p>
            <a:pPr>
              <a:spcAft>
                <a:spcPts val="1200"/>
              </a:spcAft>
            </a:pPr>
            <a:r>
              <a:rPr lang="en-US" altLang="zh-CN" sz="2000" dirty="0"/>
              <a:t>✅ </a:t>
            </a:r>
            <a:r>
              <a:rPr lang="zh-CN" altLang="en-US" sz="2000" dirty="0"/>
              <a:t>验证功能正确性</a:t>
            </a:r>
            <a:endParaRPr lang="en-US" altLang="zh-CN" sz="2000" dirty="0"/>
          </a:p>
          <a:p>
            <a:pPr>
              <a:spcAft>
                <a:spcPts val="1200"/>
              </a:spcAft>
            </a:pPr>
            <a:r>
              <a:rPr lang="en-US" altLang="zh-CN" sz="2000" dirty="0"/>
              <a:t>✅ </a:t>
            </a:r>
            <a:r>
              <a:rPr lang="zh-CN" altLang="en-US" sz="2000" dirty="0"/>
              <a:t>发现边界条件下的 </a:t>
            </a:r>
            <a:r>
              <a:rPr lang="en-US" altLang="zh-CN" sz="2000" dirty="0"/>
              <a:t>bug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751265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BEE76085-4059-2020-2B41-C202CCA167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634"/>
          <a:stretch/>
        </p:blipFill>
        <p:spPr bwMode="auto">
          <a:xfrm>
            <a:off x="292249" y="1322350"/>
            <a:ext cx="7697799" cy="2897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F50D-A9E9-F647-91DF-E56CF0CE87AF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Gist.nju.edu.cn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7</a:t>
            </a:fld>
            <a:endParaRPr 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Minishell</a:t>
            </a:r>
            <a:endParaRPr lang="zh-CN" altLang="en-US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0E48E76-A52D-4942-A949-E951AEC4A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33F5B5B-162C-84BC-C243-F8F30CAB4BBC}"/>
              </a:ext>
            </a:extLst>
          </p:cNvPr>
          <p:cNvSpPr txBox="1"/>
          <p:nvPr/>
        </p:nvSpPr>
        <p:spPr>
          <a:xfrm>
            <a:off x="292249" y="922240"/>
            <a:ext cx="69963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sz="2000" dirty="0"/>
              <a:t>一个简化版的 </a:t>
            </a:r>
            <a:r>
              <a:rPr lang="en-US" altLang="zh-CN" sz="2000" dirty="0"/>
              <a:t>Unix Shell </a:t>
            </a:r>
            <a:r>
              <a:rPr lang="zh-CN" altLang="en-US" sz="2000" dirty="0"/>
              <a:t>实现，具备真实 </a:t>
            </a:r>
            <a:r>
              <a:rPr lang="en-US" altLang="zh-CN" sz="2000" dirty="0"/>
              <a:t>Shell </a:t>
            </a:r>
            <a:r>
              <a:rPr lang="zh-CN" altLang="en-US" sz="2000" dirty="0"/>
              <a:t>的核心功能。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D546AC4-CFB0-C704-3FCC-C0451604C0CB}"/>
              </a:ext>
            </a:extLst>
          </p:cNvPr>
          <p:cNvSpPr txBox="1"/>
          <p:nvPr/>
        </p:nvSpPr>
        <p:spPr>
          <a:xfrm>
            <a:off x="336106" y="4291351"/>
            <a:ext cx="722465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 dirty="0">
                <a:effectLst/>
                <a:latin typeface="Sarasa Term SC" panose="02000509000000000000" pitchFamily="49" charset="2"/>
              </a:rPr>
              <a:t>├─ 基础命令执行（绝对</a:t>
            </a:r>
            <a:r>
              <a:rPr lang="en-US" altLang="zh-CN" sz="2000" b="0" dirty="0">
                <a:effectLst/>
                <a:latin typeface="Sarasa Term SC" panose="02000509000000000000" pitchFamily="49" charset="2"/>
              </a:rPr>
              <a:t>/</a:t>
            </a:r>
            <a:r>
              <a:rPr lang="zh-CN" altLang="en-US" sz="2000" b="0" dirty="0">
                <a:effectLst/>
                <a:latin typeface="Sarasa Term SC" panose="02000509000000000000" pitchFamily="49" charset="2"/>
              </a:rPr>
              <a:t>相对路径、</a:t>
            </a:r>
            <a:r>
              <a:rPr lang="en-US" altLang="zh-CN" sz="2000" b="0" dirty="0">
                <a:effectLst/>
                <a:latin typeface="Sarasa Term SC" panose="02000509000000000000" pitchFamily="49" charset="2"/>
              </a:rPr>
              <a:t>PATH </a:t>
            </a:r>
            <a:r>
              <a:rPr lang="zh-CN" altLang="en-US" sz="2000" b="0" dirty="0">
                <a:effectLst/>
                <a:latin typeface="Sarasa Term SC" panose="02000509000000000000" pitchFamily="49" charset="2"/>
              </a:rPr>
              <a:t>查找）</a:t>
            </a:r>
          </a:p>
          <a:p>
            <a:r>
              <a:rPr lang="zh-CN" altLang="en-US" sz="2000" b="0" dirty="0">
                <a:effectLst/>
                <a:latin typeface="Sarasa Term SC" panose="02000509000000000000" pitchFamily="49" charset="2"/>
              </a:rPr>
              <a:t>├─ 命令分隔与重定向（</a:t>
            </a:r>
            <a:r>
              <a:rPr lang="en-US" altLang="zh-CN" sz="2000" b="0" dirty="0">
                <a:effectLst/>
                <a:latin typeface="Sarasa Term SC" panose="02000509000000000000" pitchFamily="49" charset="2"/>
              </a:rPr>
              <a:t>`;` `&gt;` `&gt;&gt;` `&lt;`</a:t>
            </a:r>
            <a:r>
              <a:rPr lang="zh-CN" altLang="en-US" sz="2000" b="0" dirty="0">
                <a:effectLst/>
                <a:latin typeface="Sarasa Term SC" panose="02000509000000000000" pitchFamily="49" charset="2"/>
              </a:rPr>
              <a:t>）</a:t>
            </a:r>
          </a:p>
          <a:p>
            <a:r>
              <a:rPr lang="zh-CN" altLang="en-US" sz="2000" b="0" dirty="0">
                <a:effectLst/>
                <a:latin typeface="Sarasa Term SC" panose="02000509000000000000" pitchFamily="49" charset="2"/>
              </a:rPr>
              <a:t>├─ 管道（</a:t>
            </a:r>
            <a:r>
              <a:rPr lang="en-US" altLang="zh-CN" sz="2000" b="0" dirty="0">
                <a:effectLst/>
                <a:latin typeface="Sarasa Term SC" panose="02000509000000000000" pitchFamily="49" charset="2"/>
              </a:rPr>
              <a:t>`|`</a:t>
            </a:r>
            <a:r>
              <a:rPr lang="zh-CN" altLang="en-US" sz="2000" b="0" dirty="0">
                <a:effectLst/>
                <a:latin typeface="Sarasa Term SC" panose="02000509000000000000" pitchFamily="49" charset="2"/>
              </a:rPr>
              <a:t>）</a:t>
            </a:r>
          </a:p>
          <a:p>
            <a:r>
              <a:rPr lang="zh-CN" altLang="en-US" sz="2000" b="0" dirty="0">
                <a:effectLst/>
                <a:latin typeface="Sarasa Term SC" panose="02000509000000000000" pitchFamily="49" charset="2"/>
              </a:rPr>
              <a:t>├─ 环境变量（</a:t>
            </a:r>
            <a:r>
              <a:rPr lang="en-US" altLang="zh-CN" sz="2000" b="0" dirty="0">
                <a:effectLst/>
                <a:latin typeface="Sarasa Term SC" panose="02000509000000000000" pitchFamily="49" charset="2"/>
              </a:rPr>
              <a:t>$HOME, $PATH, $?</a:t>
            </a:r>
            <a:r>
              <a:rPr lang="zh-CN" altLang="en-US" sz="2000" b="0" dirty="0">
                <a:effectLst/>
                <a:latin typeface="Sarasa Term SC" panose="02000509000000000000" pitchFamily="49" charset="2"/>
              </a:rPr>
              <a:t>）</a:t>
            </a:r>
          </a:p>
          <a:p>
            <a:r>
              <a:rPr lang="zh-CN" altLang="en-US" sz="2000" b="0" dirty="0">
                <a:effectLst/>
                <a:latin typeface="Sarasa Term SC" panose="02000509000000000000" pitchFamily="49" charset="2"/>
              </a:rPr>
              <a:t>├─ 内置命令（</a:t>
            </a:r>
            <a:r>
              <a:rPr lang="en-US" altLang="zh-CN" sz="2000" b="0" dirty="0">
                <a:effectLst/>
                <a:latin typeface="Sarasa Term SC" panose="02000509000000000000" pitchFamily="49" charset="2"/>
              </a:rPr>
              <a:t>echo, </a:t>
            </a:r>
            <a:r>
              <a:rPr lang="en-US" altLang="zh-CN" sz="2000" b="0" dirty="0" err="1">
                <a:effectLst/>
                <a:latin typeface="Sarasa Term SC" panose="02000509000000000000" pitchFamily="49" charset="2"/>
              </a:rPr>
              <a:t>pwd</a:t>
            </a:r>
            <a:r>
              <a:rPr lang="en-US" altLang="zh-CN" sz="2000" b="0" dirty="0">
                <a:effectLst/>
                <a:latin typeface="Sarasa Term SC" panose="02000509000000000000" pitchFamily="49" charset="2"/>
              </a:rPr>
              <a:t>, cd, env, export, unset, exit</a:t>
            </a:r>
            <a:r>
              <a:rPr lang="zh-CN" altLang="en-US" sz="2000" b="0" dirty="0">
                <a:effectLst/>
                <a:latin typeface="Sarasa Term SC" panose="02000509000000000000" pitchFamily="49" charset="2"/>
              </a:rPr>
              <a:t>）</a:t>
            </a:r>
          </a:p>
          <a:p>
            <a:r>
              <a:rPr lang="zh-CN" altLang="en-US" sz="2000" b="0" dirty="0">
                <a:effectLst/>
                <a:latin typeface="Sarasa Term SC" panose="02000509000000000000" pitchFamily="49" charset="2"/>
              </a:rPr>
              <a:t>└─ 信号处理（</a:t>
            </a:r>
            <a:r>
              <a:rPr lang="en-US" altLang="zh-CN" sz="2000" b="0" dirty="0">
                <a:effectLst/>
                <a:latin typeface="Sarasa Term SC" panose="02000509000000000000" pitchFamily="49" charset="2"/>
              </a:rPr>
              <a:t>Ctrl-C, Ctrl-\, Ctrl-D</a:t>
            </a:r>
            <a:r>
              <a:rPr lang="zh-CN" altLang="en-US" sz="2000" b="0" dirty="0">
                <a:effectLst/>
                <a:latin typeface="Sarasa Term SC" panose="02000509000000000000" pitchFamily="49" charset="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853673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F50D-A9E9-F647-91DF-E56CF0CE87AF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Gist.nju.edu.cn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8</a:t>
            </a:fld>
            <a:endParaRPr 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Minishell</a:t>
            </a:r>
            <a:r>
              <a:rPr kumimoji="1" lang="zh-CN" altLang="en-US" dirty="0"/>
              <a:t>：测试目标</a:t>
            </a:r>
            <a:endParaRPr lang="zh-CN" altLang="en-US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0E48E76-A52D-4942-A949-E951AEC4A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D546AC4-CFB0-C704-3FCC-C0451604C0CB}"/>
              </a:ext>
            </a:extLst>
          </p:cNvPr>
          <p:cNvSpPr txBox="1"/>
          <p:nvPr/>
        </p:nvSpPr>
        <p:spPr>
          <a:xfrm>
            <a:off x="336106" y="1080318"/>
            <a:ext cx="722465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23B95"/>
                </a:solidFill>
                <a:effectLst/>
                <a:latin typeface="Sarasa Term SC" panose="02000509000000000000" pitchFamily="49" charset="2"/>
              </a:rPr>
              <a:t>内置命令测试</a:t>
            </a:r>
            <a:endParaRPr lang="en-US" altLang="zh-CN" sz="2000" b="1" dirty="0">
              <a:solidFill>
                <a:srgbClr val="023B95"/>
              </a:solidFill>
              <a:effectLst/>
              <a:latin typeface="Sarasa Term SC" panose="02000509000000000000" pitchFamily="49" charset="2"/>
            </a:endParaRPr>
          </a:p>
          <a:p>
            <a:r>
              <a:rPr lang="en-US" altLang="zh-CN" sz="2000" dirty="0">
                <a:solidFill>
                  <a:srgbClr val="0E1116"/>
                </a:solidFill>
                <a:latin typeface="Sarasa Term SC" panose="02000509000000000000" pitchFamily="49" charset="2"/>
              </a:rPr>
              <a:t>echo: </a:t>
            </a:r>
            <a:r>
              <a:rPr lang="zh-CN" altLang="en-US" sz="2000" dirty="0">
                <a:solidFill>
                  <a:srgbClr val="0E1116"/>
                </a:solidFill>
                <a:latin typeface="Sarasa Term SC" panose="02000509000000000000" pitchFamily="49" charset="2"/>
              </a:rPr>
              <a:t>输出参数内容到标准输出</a:t>
            </a:r>
            <a:endParaRPr lang="en-US" altLang="zh-CN" sz="2000" dirty="0">
              <a:solidFill>
                <a:srgbClr val="0E1116"/>
              </a:solidFill>
              <a:latin typeface="Sarasa Term SC" panose="02000509000000000000" pitchFamily="49" charset="2"/>
            </a:endParaRPr>
          </a:p>
          <a:p>
            <a:r>
              <a:rPr lang="en-US" altLang="zh-CN" sz="2000" dirty="0">
                <a:solidFill>
                  <a:srgbClr val="0E1116"/>
                </a:solidFill>
                <a:latin typeface="Sarasa Term SC" panose="02000509000000000000" pitchFamily="49" charset="2"/>
              </a:rPr>
              <a:t>Cd:</a:t>
            </a:r>
            <a:r>
              <a:rPr lang="zh-CN" altLang="en-US" sz="2000" dirty="0">
                <a:solidFill>
                  <a:srgbClr val="0E1116"/>
                </a:solidFill>
                <a:latin typeface="Sarasa Term SC" panose="02000509000000000000" pitchFamily="49" charset="2"/>
              </a:rPr>
              <a:t>改变当前工作目录</a:t>
            </a:r>
            <a:endParaRPr lang="en-US" altLang="zh-CN" sz="2000" dirty="0">
              <a:solidFill>
                <a:srgbClr val="0E1116"/>
              </a:solidFill>
              <a:latin typeface="Sarasa Term SC" panose="02000509000000000000" pitchFamily="49" charset="2"/>
            </a:endParaRPr>
          </a:p>
          <a:p>
            <a:endParaRPr lang="en-US" altLang="zh-CN" sz="2000" b="0" dirty="0">
              <a:solidFill>
                <a:srgbClr val="0E1116"/>
              </a:solidFill>
              <a:effectLst/>
              <a:latin typeface="Sarasa Term SC" panose="02000509000000000000" pitchFamily="49" charset="2"/>
            </a:endParaRPr>
          </a:p>
          <a:p>
            <a:endParaRPr lang="en-US" altLang="zh-CN" sz="2000" dirty="0">
              <a:solidFill>
                <a:srgbClr val="0E1116"/>
              </a:solidFill>
              <a:latin typeface="Sarasa Term SC" panose="02000509000000000000" pitchFamily="49" charset="2"/>
            </a:endParaRPr>
          </a:p>
          <a:p>
            <a:endParaRPr lang="zh-CN" altLang="en-US" sz="2000" b="0" dirty="0">
              <a:solidFill>
                <a:srgbClr val="0E1116"/>
              </a:solidFill>
              <a:effectLst/>
              <a:latin typeface="Sarasa Term SC" panose="02000509000000000000" pitchFamily="49" charset="2"/>
            </a:endParaRPr>
          </a:p>
          <a:p>
            <a:r>
              <a:rPr lang="zh-CN" altLang="en-US" sz="2000" b="1" dirty="0">
                <a:solidFill>
                  <a:srgbClr val="023B95"/>
                </a:solidFill>
                <a:effectLst/>
                <a:latin typeface="Sarasa Term SC" panose="02000509000000000000" pitchFamily="49" charset="2"/>
              </a:rPr>
              <a:t>重定向功能测试</a:t>
            </a:r>
            <a:endParaRPr lang="en-US" altLang="zh-CN" sz="2000" b="1" dirty="0">
              <a:solidFill>
                <a:srgbClr val="023B95"/>
              </a:solidFill>
              <a:effectLst/>
              <a:latin typeface="Sarasa Term SC" panose="02000509000000000000" pitchFamily="49" charset="2"/>
            </a:endParaRPr>
          </a:p>
          <a:p>
            <a:r>
              <a:rPr lang="en-US" altLang="zh-CN" sz="2000" b="1" dirty="0">
                <a:solidFill>
                  <a:srgbClr val="023B95"/>
                </a:solidFill>
                <a:latin typeface="Sarasa Term SC" panose="02000509000000000000" pitchFamily="49" charset="2"/>
              </a:rPr>
              <a:t>&gt;</a:t>
            </a:r>
            <a:r>
              <a:rPr lang="en-US" altLang="zh-CN" sz="2000" dirty="0">
                <a:solidFill>
                  <a:srgbClr val="0E1116"/>
                </a:solidFill>
                <a:latin typeface="Sarasa Term SC" panose="02000509000000000000" pitchFamily="49" charset="2"/>
              </a:rPr>
              <a:t>:</a:t>
            </a:r>
            <a:r>
              <a:rPr lang="zh-CN" altLang="en-US" sz="2000" dirty="0"/>
              <a:t>将命令输出写入指定文件（覆盖）</a:t>
            </a:r>
            <a:endParaRPr lang="en-US" altLang="zh-CN" sz="2000" b="1" dirty="0">
              <a:solidFill>
                <a:srgbClr val="023B95"/>
              </a:solidFill>
              <a:latin typeface="Sarasa Term SC" panose="02000509000000000000" pitchFamily="49" charset="2"/>
            </a:endParaRPr>
          </a:p>
          <a:p>
            <a:r>
              <a:rPr lang="en-US" altLang="zh-CN" sz="2000" b="1" dirty="0">
                <a:solidFill>
                  <a:srgbClr val="023B95"/>
                </a:solidFill>
                <a:latin typeface="Sarasa Term SC" panose="02000509000000000000" pitchFamily="49" charset="2"/>
              </a:rPr>
              <a:t>&gt;&gt;</a:t>
            </a:r>
            <a:r>
              <a:rPr lang="en-US" altLang="zh-CN" sz="2000" dirty="0">
                <a:solidFill>
                  <a:srgbClr val="0E1116"/>
                </a:solidFill>
                <a:latin typeface="Sarasa Term SC" panose="02000509000000000000" pitchFamily="49" charset="2"/>
              </a:rPr>
              <a:t>:</a:t>
            </a:r>
            <a:r>
              <a:rPr lang="zh-CN" altLang="en-US" sz="2000" dirty="0"/>
              <a:t>将命令输出追加到指定文件</a:t>
            </a:r>
            <a:endParaRPr lang="en-US" altLang="zh-CN" sz="2000" b="1" dirty="0">
              <a:solidFill>
                <a:srgbClr val="023B95"/>
              </a:solidFill>
              <a:latin typeface="Sarasa Term SC" panose="02000509000000000000" pitchFamily="49" charset="2"/>
            </a:endParaRPr>
          </a:p>
          <a:p>
            <a:endParaRPr lang="en-US" altLang="zh-CN" sz="2000" b="0" dirty="0">
              <a:solidFill>
                <a:srgbClr val="0E1116"/>
              </a:solidFill>
              <a:effectLst/>
              <a:latin typeface="Sarasa Term SC" panose="02000509000000000000" pitchFamily="49" charset="2"/>
            </a:endParaRPr>
          </a:p>
          <a:p>
            <a:endParaRPr lang="zh-CN" altLang="en-US" sz="2000" b="0" dirty="0">
              <a:solidFill>
                <a:srgbClr val="0E1116"/>
              </a:solidFill>
              <a:effectLst/>
              <a:latin typeface="Sarasa Term SC" panose="02000509000000000000" pitchFamily="49" charset="2"/>
            </a:endParaRPr>
          </a:p>
          <a:p>
            <a:r>
              <a:rPr lang="zh-CN" altLang="en-US" sz="2000" b="1" dirty="0">
                <a:solidFill>
                  <a:srgbClr val="023B95"/>
                </a:solidFill>
                <a:effectLst/>
                <a:latin typeface="Sarasa Term SC" panose="02000509000000000000" pitchFamily="49" charset="2"/>
              </a:rPr>
              <a:t>管道功能测试</a:t>
            </a:r>
            <a:endParaRPr lang="en-US" altLang="zh-CN" sz="2000" b="1" dirty="0">
              <a:solidFill>
                <a:srgbClr val="023B95"/>
              </a:solidFill>
              <a:effectLst/>
              <a:latin typeface="Sarasa Term SC" panose="02000509000000000000" pitchFamily="49" charset="2"/>
            </a:endParaRPr>
          </a:p>
          <a:p>
            <a:r>
              <a:rPr lang="en-US" altLang="zh-CN" sz="2000" b="1" dirty="0">
                <a:solidFill>
                  <a:srgbClr val="023B95"/>
                </a:solidFill>
                <a:effectLst/>
                <a:latin typeface="Sarasa Term SC" panose="02000509000000000000" pitchFamily="49" charset="2"/>
              </a:rPr>
              <a:t>| </a:t>
            </a:r>
            <a:r>
              <a:rPr lang="zh-CN" altLang="en-US" sz="2000" b="1" dirty="0">
                <a:solidFill>
                  <a:srgbClr val="023B95"/>
                </a:solidFill>
                <a:effectLst/>
                <a:latin typeface="Sarasa Term SC" panose="02000509000000000000" pitchFamily="49" charset="2"/>
              </a:rPr>
              <a:t>：</a:t>
            </a:r>
            <a:r>
              <a:rPr lang="zh-CN" altLang="en-US" sz="2000" b="1" dirty="0">
                <a:effectLst/>
                <a:latin typeface="Sarasa Term SC" panose="02000509000000000000" pitchFamily="49" charset="2"/>
              </a:rPr>
              <a:t>将前一命令的输出作为后一命令的输入</a:t>
            </a:r>
            <a:endParaRPr lang="zh-CN" altLang="en-US" sz="2000" b="0" dirty="0">
              <a:effectLst/>
              <a:latin typeface="Sarasa Term SC" panose="02000509000000000000" pitchFamily="49" charset="2"/>
            </a:endParaRPr>
          </a:p>
          <a:p>
            <a:endParaRPr lang="zh-CN" altLang="en-US" sz="2000" b="0" dirty="0">
              <a:effectLst/>
              <a:latin typeface="Sarasa Term SC" panose="02000509000000000000" pitchFamily="49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92566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F50D-A9E9-F647-91DF-E56CF0CE87AF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Gist.nju.edu.cn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9</a:t>
            </a:fld>
            <a:endParaRPr 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当你想创建一个测试</a:t>
            </a:r>
            <a:r>
              <a:rPr kumimoji="1" lang="en-US" altLang="zh-CN" dirty="0"/>
              <a:t>…</a:t>
            </a:r>
            <a:endParaRPr lang="zh-CN" altLang="en-US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0E48E76-A52D-4942-A949-E951AEC4A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8" name="图片 7" descr="文本&#10;&#10;描述已自动生成">
            <a:extLst>
              <a:ext uri="{FF2B5EF4-FFF2-40B4-BE49-F238E27FC236}">
                <a16:creationId xmlns:a16="http://schemas.microsoft.com/office/drawing/2014/main" id="{2A887093-FF6F-F168-C233-B5A0EAD2C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261" y="1178435"/>
            <a:ext cx="8535478" cy="4501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133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F50D-A9E9-F647-91DF-E56CF0CE87AF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Gist.nju.edu.cn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10</a:t>
            </a:fld>
            <a:endParaRPr 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当你想创建一堆测试</a:t>
            </a:r>
            <a:r>
              <a:rPr kumimoji="1" lang="en-US" altLang="zh-CN" dirty="0"/>
              <a:t>…</a:t>
            </a:r>
            <a:endParaRPr lang="zh-CN" altLang="en-US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0E48E76-A52D-4942-A949-E951AEC4A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793748C-06B9-3E0A-77DF-5E4A2BE4E124}"/>
              </a:ext>
            </a:extLst>
          </p:cNvPr>
          <p:cNvSpPr txBox="1"/>
          <p:nvPr/>
        </p:nvSpPr>
        <p:spPr>
          <a:xfrm>
            <a:off x="429065" y="989686"/>
            <a:ext cx="426251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dirty="0"/>
              <a:t>不停写循环和 </a:t>
            </a:r>
            <a:r>
              <a:rPr lang="en-US" altLang="zh-CN" dirty="0"/>
              <a:t>print      </a:t>
            </a:r>
            <a:r>
              <a:rPr lang="en-US" altLang="zh-CN" sz="2000" b="1" dirty="0"/>
              <a:t>×</a:t>
            </a:r>
          </a:p>
          <a:p>
            <a:pPr>
              <a:spcAft>
                <a:spcPts val="1200"/>
              </a:spcAft>
            </a:pPr>
            <a:r>
              <a:rPr lang="zh-CN" altLang="en-US" dirty="0"/>
              <a:t>用自动化测试框架       </a:t>
            </a:r>
            <a:r>
              <a:rPr lang="zh-CN" altLang="en-US" b="1" dirty="0"/>
              <a:t>√</a:t>
            </a:r>
          </a:p>
        </p:txBody>
      </p:sp>
      <p:pic>
        <p:nvPicPr>
          <p:cNvPr id="11" name="图片 10" descr="文本&#10;&#10;描述已自动生成">
            <a:extLst>
              <a:ext uri="{FF2B5EF4-FFF2-40B4-BE49-F238E27FC236}">
                <a16:creationId xmlns:a16="http://schemas.microsoft.com/office/drawing/2014/main" id="{61DD0E1D-D2D9-790A-67CF-B7442EFE6C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065" y="2178214"/>
            <a:ext cx="7452360" cy="3299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890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F50D-A9E9-F647-91DF-E56CF0CE87AF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Gist.nju.edu.cn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11</a:t>
            </a:fld>
            <a:endParaRPr 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自动化测试框架</a:t>
            </a:r>
            <a:endParaRPr lang="zh-CN" altLang="en-US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0E48E76-A52D-4942-A949-E951AEC4A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图示 6">
            <a:extLst>
              <a:ext uri="{FF2B5EF4-FFF2-40B4-BE49-F238E27FC236}">
                <a16:creationId xmlns:a16="http://schemas.microsoft.com/office/drawing/2014/main" id="{0834988D-2232-E7FD-E79B-ADED738719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4901354"/>
              </p:ext>
            </p:extLst>
          </p:nvPr>
        </p:nvGraphicFramePr>
        <p:xfrm>
          <a:off x="3590693" y="1288929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9" name="组合 8">
            <a:extLst>
              <a:ext uri="{FF2B5EF4-FFF2-40B4-BE49-F238E27FC236}">
                <a16:creationId xmlns:a16="http://schemas.microsoft.com/office/drawing/2014/main" id="{6BF5E995-C360-F956-3D04-E81A66D08E5F}"/>
              </a:ext>
            </a:extLst>
          </p:cNvPr>
          <p:cNvGrpSpPr/>
          <p:nvPr/>
        </p:nvGrpSpPr>
        <p:grpSpPr>
          <a:xfrm>
            <a:off x="1139930" y="3040795"/>
            <a:ext cx="1153356" cy="560268"/>
            <a:chOff x="1066644" y="1751865"/>
            <a:chExt cx="1153356" cy="560268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97749C8C-7D8B-7692-842A-393B4129B2F3}"/>
                </a:ext>
              </a:extLst>
            </p:cNvPr>
            <p:cNvSpPr/>
            <p:nvPr/>
          </p:nvSpPr>
          <p:spPr>
            <a:xfrm>
              <a:off x="1066644" y="1751865"/>
              <a:ext cx="1153356" cy="560268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B240AA6-884E-7B4B-55BB-619E2DEDC891}"/>
                </a:ext>
              </a:extLst>
            </p:cNvPr>
            <p:cNvSpPr txBox="1"/>
            <p:nvPr/>
          </p:nvSpPr>
          <p:spPr>
            <a:xfrm>
              <a:off x="1066644" y="1751865"/>
              <a:ext cx="1153356" cy="56026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2000" kern="1200" dirty="0" err="1"/>
                <a:t>SUnit</a:t>
              </a:r>
              <a:endParaRPr lang="zh-CN" altLang="en-US" sz="2000" kern="1200" dirty="0"/>
            </a:p>
          </p:txBody>
        </p:sp>
      </p:grp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7A13BE96-F663-033C-6738-3CCEA088E80F}"/>
              </a:ext>
            </a:extLst>
          </p:cNvPr>
          <p:cNvCxnSpPr>
            <a:stCxn id="11" idx="3"/>
            <a:endCxn id="7" idx="1"/>
          </p:cNvCxnSpPr>
          <p:nvPr/>
        </p:nvCxnSpPr>
        <p:spPr>
          <a:xfrm>
            <a:off x="2293286" y="3320929"/>
            <a:ext cx="1297407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891FDFAE-2684-E6D6-45F2-3CD429F87C0D}"/>
              </a:ext>
            </a:extLst>
          </p:cNvPr>
          <p:cNvSpPr txBox="1"/>
          <p:nvPr/>
        </p:nvSpPr>
        <p:spPr>
          <a:xfrm>
            <a:off x="2371385" y="2889248"/>
            <a:ext cx="12193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zh-CN" altLang="en-US" sz="2000" dirty="0"/>
              <a:t>启发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5121F91-658A-0CC9-4558-1D6391C27ED4}"/>
              </a:ext>
            </a:extLst>
          </p:cNvPr>
          <p:cNvSpPr txBox="1"/>
          <p:nvPr/>
        </p:nvSpPr>
        <p:spPr>
          <a:xfrm>
            <a:off x="4424477" y="2920144"/>
            <a:ext cx="12193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zh-CN" altLang="en-US" sz="2000" dirty="0"/>
              <a:t>派生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3371413-C259-3B23-75C9-5A04521D0DF7}"/>
              </a:ext>
            </a:extLst>
          </p:cNvPr>
          <p:cNvSpPr txBox="1"/>
          <p:nvPr/>
        </p:nvSpPr>
        <p:spPr>
          <a:xfrm>
            <a:off x="374560" y="3920026"/>
            <a:ext cx="2535909" cy="64633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zh-CN" altLang="en-US" dirty="0"/>
              <a:t>用于测试 </a:t>
            </a:r>
            <a:r>
              <a:rPr lang="en-US" altLang="zh-CN" dirty="0"/>
              <a:t>Smalltalk </a:t>
            </a:r>
            <a:r>
              <a:rPr lang="zh-CN" altLang="en-US" dirty="0"/>
              <a:t>代码的自动化测试框架</a:t>
            </a:r>
          </a:p>
        </p:txBody>
      </p:sp>
    </p:spTree>
    <p:extLst>
      <p:ext uri="{BB962C8B-B14F-4D97-AF65-F5344CB8AC3E}">
        <p14:creationId xmlns:p14="http://schemas.microsoft.com/office/powerpoint/2010/main" val="3134444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F50D-A9E9-F647-91DF-E56CF0CE87AF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Gist.nju.edu.cn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12</a:t>
            </a:fld>
            <a:endParaRPr 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 err="1"/>
              <a:t>xUnit</a:t>
            </a:r>
            <a:r>
              <a:rPr kumimoji="1" lang="zh-CN" altLang="en-US" dirty="0"/>
              <a:t>架构</a:t>
            </a:r>
            <a:endParaRPr lang="zh-CN" altLang="en-US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0E48E76-A52D-4942-A949-E951AEC4A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7D5F2E09-1D14-43A4-955E-A832C260D8EE}"/>
              </a:ext>
            </a:extLst>
          </p:cNvPr>
          <p:cNvGrpSpPr/>
          <p:nvPr/>
        </p:nvGrpSpPr>
        <p:grpSpPr>
          <a:xfrm>
            <a:off x="473928" y="1058749"/>
            <a:ext cx="2621532" cy="2501426"/>
            <a:chOff x="198863" y="1018320"/>
            <a:chExt cx="2745059" cy="2564384"/>
          </a:xfrm>
        </p:grpSpPr>
        <p:pic>
          <p:nvPicPr>
            <p:cNvPr id="18434" name="Picture 2">
              <a:extLst>
                <a:ext uri="{FF2B5EF4-FFF2-40B4-BE49-F238E27FC236}">
                  <a16:creationId xmlns:a16="http://schemas.microsoft.com/office/drawing/2014/main" id="{98C00754-4B34-86F6-D2B0-05BC11A55E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2513" y="1018320"/>
              <a:ext cx="1055800" cy="1055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9DAA5375-9F6D-5DF1-9932-5CD2055DC51A}"/>
                </a:ext>
              </a:extLst>
            </p:cNvPr>
            <p:cNvSpPr txBox="1"/>
            <p:nvPr/>
          </p:nvSpPr>
          <p:spPr>
            <a:xfrm>
              <a:off x="333550" y="2397766"/>
              <a:ext cx="243108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i="0" dirty="0">
                  <a:solidFill>
                    <a:srgbClr val="333333"/>
                  </a:solidFill>
                  <a:effectLst/>
                  <a:latin typeface="pingfang SC"/>
                </a:rPr>
                <a:t>测试用例（</a:t>
              </a:r>
              <a:r>
                <a:rPr lang="en-US" altLang="zh-CN" b="1" i="0" dirty="0">
                  <a:solidFill>
                    <a:srgbClr val="333333"/>
                  </a:solidFill>
                  <a:effectLst/>
                  <a:latin typeface="pingfang SC"/>
                </a:rPr>
                <a:t>Test Cases</a:t>
              </a:r>
              <a:r>
                <a:rPr lang="zh-CN" altLang="en-US" b="1" i="0" dirty="0">
                  <a:solidFill>
                    <a:srgbClr val="333333"/>
                  </a:solidFill>
                  <a:effectLst/>
                  <a:latin typeface="pingfang SC"/>
                </a:rPr>
                <a:t>）</a:t>
              </a:r>
              <a:endParaRPr lang="zh-CN" altLang="en-US" b="1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64505B3C-D56B-7AF3-15EC-C3FF8DDB15F8}"/>
                </a:ext>
              </a:extLst>
            </p:cNvPr>
            <p:cNvSpPr txBox="1"/>
            <p:nvPr/>
          </p:nvSpPr>
          <p:spPr>
            <a:xfrm>
              <a:off x="198863" y="2997929"/>
              <a:ext cx="274505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b="0" i="0" dirty="0">
                  <a:solidFill>
                    <a:srgbClr val="333333"/>
                  </a:solidFill>
                  <a:effectLst/>
                  <a:latin typeface="pingfang SC"/>
                </a:rPr>
                <a:t>每个测试用例对应一个独立的测试函数或方法</a:t>
              </a:r>
              <a:endParaRPr lang="en-US" altLang="zh-CN" sz="1600" b="0" i="0" dirty="0">
                <a:solidFill>
                  <a:srgbClr val="333333"/>
                </a:solidFill>
                <a:effectLst/>
                <a:latin typeface="pingfang SC"/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78D7113F-E9DA-21A3-1FC5-B5E6BC5FC4FD}"/>
              </a:ext>
            </a:extLst>
          </p:cNvPr>
          <p:cNvGrpSpPr/>
          <p:nvPr/>
        </p:nvGrpSpPr>
        <p:grpSpPr>
          <a:xfrm>
            <a:off x="3247860" y="993775"/>
            <a:ext cx="2621532" cy="2580758"/>
            <a:chOff x="3281313" y="1153609"/>
            <a:chExt cx="2621532" cy="2580758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8CF5FD70-AA30-C123-B473-2F23DE84E106}"/>
                </a:ext>
              </a:extLst>
            </p:cNvPr>
            <p:cNvGrpSpPr/>
            <p:nvPr/>
          </p:nvGrpSpPr>
          <p:grpSpPr>
            <a:xfrm>
              <a:off x="3281313" y="2564164"/>
              <a:ext cx="2621532" cy="1170203"/>
              <a:chOff x="198863" y="2397767"/>
              <a:chExt cx="2745059" cy="1199655"/>
            </a:xfrm>
          </p:grpSpPr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02CE7711-06BD-8088-46A2-95BDAD9B30C2}"/>
                  </a:ext>
                </a:extLst>
              </p:cNvPr>
              <p:cNvSpPr txBox="1"/>
              <p:nvPr/>
            </p:nvSpPr>
            <p:spPr>
              <a:xfrm>
                <a:off x="333550" y="2397767"/>
                <a:ext cx="2431089" cy="3786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b="1" i="0" dirty="0">
                    <a:solidFill>
                      <a:srgbClr val="333333"/>
                    </a:solidFill>
                    <a:effectLst/>
                    <a:latin typeface="pingfang SC"/>
                  </a:rPr>
                  <a:t>断言（</a:t>
                </a:r>
                <a:r>
                  <a:rPr lang="en-US" altLang="zh-CN" b="1" i="0" dirty="0">
                    <a:solidFill>
                      <a:srgbClr val="333333"/>
                    </a:solidFill>
                    <a:effectLst/>
                    <a:latin typeface="pingfang SC"/>
                  </a:rPr>
                  <a:t>Assertions</a:t>
                </a:r>
                <a:r>
                  <a:rPr lang="zh-CN" altLang="en-US" b="1" i="0" dirty="0">
                    <a:solidFill>
                      <a:srgbClr val="333333"/>
                    </a:solidFill>
                    <a:effectLst/>
                    <a:latin typeface="pingfang SC"/>
                  </a:rPr>
                  <a:t>）</a:t>
                </a:r>
                <a:endParaRPr lang="zh-CN" altLang="en-US" b="1" dirty="0"/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11EAB445-226B-18D7-BD83-E1D96B186C01}"/>
                  </a:ext>
                </a:extLst>
              </p:cNvPr>
              <p:cNvSpPr txBox="1"/>
              <p:nvPr/>
            </p:nvSpPr>
            <p:spPr>
              <a:xfrm>
                <a:off x="198863" y="2997929"/>
                <a:ext cx="2745059" cy="5994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600" b="0" i="0" dirty="0">
                    <a:solidFill>
                      <a:srgbClr val="333333"/>
                    </a:solidFill>
                    <a:effectLst/>
                    <a:latin typeface="pingfang SC"/>
                  </a:rPr>
                  <a:t>验证程序的实际行为是否符合预期</a:t>
                </a:r>
                <a:endParaRPr lang="en-US" altLang="zh-CN" sz="1600" b="0" i="0" dirty="0">
                  <a:solidFill>
                    <a:srgbClr val="333333"/>
                  </a:solidFill>
                  <a:effectLst/>
                  <a:latin typeface="pingfang SC"/>
                </a:endParaRPr>
              </a:p>
            </p:txBody>
          </p:sp>
        </p:grpSp>
        <p:pic>
          <p:nvPicPr>
            <p:cNvPr id="18436" name="Picture 4">
              <a:extLst>
                <a:ext uri="{FF2B5EF4-FFF2-40B4-BE49-F238E27FC236}">
                  <a16:creationId xmlns:a16="http://schemas.microsoft.com/office/drawing/2014/main" id="{1B067755-73F3-D628-3F33-BFCDD8337A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03288" y="1153609"/>
              <a:ext cx="1152292" cy="11522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A7279740-BC9D-49EC-99C2-66C87981E5DB}"/>
              </a:ext>
            </a:extLst>
          </p:cNvPr>
          <p:cNvGrpSpPr/>
          <p:nvPr/>
        </p:nvGrpSpPr>
        <p:grpSpPr>
          <a:xfrm>
            <a:off x="1246944" y="3632597"/>
            <a:ext cx="2699934" cy="2643818"/>
            <a:chOff x="6183871" y="1090549"/>
            <a:chExt cx="2699934" cy="2643818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13C5562C-E346-A981-D134-1982388B0238}"/>
                </a:ext>
              </a:extLst>
            </p:cNvPr>
            <p:cNvGrpSpPr/>
            <p:nvPr/>
          </p:nvGrpSpPr>
          <p:grpSpPr>
            <a:xfrm>
              <a:off x="6183871" y="2564164"/>
              <a:ext cx="2699934" cy="1170203"/>
              <a:chOff x="198863" y="2397767"/>
              <a:chExt cx="2827155" cy="1199655"/>
            </a:xfrm>
          </p:grpSpPr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62FB5936-0BB9-2892-456A-29A73444C5DB}"/>
                  </a:ext>
                </a:extLst>
              </p:cNvPr>
              <p:cNvSpPr txBox="1"/>
              <p:nvPr/>
            </p:nvSpPr>
            <p:spPr>
              <a:xfrm>
                <a:off x="333550" y="2397767"/>
                <a:ext cx="2692468" cy="3786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b="1" i="0" dirty="0">
                    <a:solidFill>
                      <a:srgbClr val="333333"/>
                    </a:solidFill>
                    <a:effectLst/>
                    <a:latin typeface="pingfang SC"/>
                  </a:rPr>
                  <a:t>测试夹具（</a:t>
                </a:r>
                <a:r>
                  <a:rPr lang="en-US" altLang="zh-CN" b="1" i="0" dirty="0">
                    <a:solidFill>
                      <a:srgbClr val="333333"/>
                    </a:solidFill>
                    <a:effectLst/>
                    <a:latin typeface="pingfang SC"/>
                  </a:rPr>
                  <a:t>Test Fixtures</a:t>
                </a:r>
                <a:r>
                  <a:rPr lang="zh-CN" altLang="en-US" b="1" i="0" dirty="0">
                    <a:solidFill>
                      <a:srgbClr val="333333"/>
                    </a:solidFill>
                    <a:effectLst/>
                    <a:latin typeface="pingfang SC"/>
                  </a:rPr>
                  <a:t>）</a:t>
                </a:r>
                <a:endParaRPr lang="zh-CN" altLang="en-US" b="1" dirty="0"/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70074380-5577-C50C-6478-117E3185B10A}"/>
                  </a:ext>
                </a:extLst>
              </p:cNvPr>
              <p:cNvSpPr txBox="1"/>
              <p:nvPr/>
            </p:nvSpPr>
            <p:spPr>
              <a:xfrm>
                <a:off x="198863" y="2997929"/>
                <a:ext cx="2745059" cy="5994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600" b="0" i="0" dirty="0">
                    <a:solidFill>
                      <a:srgbClr val="333333"/>
                    </a:solidFill>
                    <a:effectLst/>
                    <a:latin typeface="pingfang SC"/>
                  </a:rPr>
                  <a:t>初始化和清理测试环境的</a:t>
                </a:r>
                <a:endParaRPr lang="en-US" altLang="zh-CN" sz="1600" b="0" i="0" dirty="0">
                  <a:solidFill>
                    <a:srgbClr val="333333"/>
                  </a:solidFill>
                  <a:effectLst/>
                  <a:latin typeface="pingfang SC"/>
                </a:endParaRPr>
              </a:p>
              <a:p>
                <a:pPr algn="ctr"/>
                <a:r>
                  <a:rPr lang="zh-CN" altLang="en-US" sz="1600" b="0" i="0" dirty="0">
                    <a:solidFill>
                      <a:srgbClr val="333333"/>
                    </a:solidFill>
                    <a:effectLst/>
                    <a:latin typeface="pingfang SC"/>
                  </a:rPr>
                  <a:t>公用代码</a:t>
                </a:r>
                <a:endParaRPr lang="en-US" altLang="zh-CN" sz="1600" b="0" i="0" dirty="0">
                  <a:solidFill>
                    <a:srgbClr val="333333"/>
                  </a:solidFill>
                  <a:effectLst/>
                  <a:latin typeface="pingfang SC"/>
                </a:endParaRPr>
              </a:p>
            </p:txBody>
          </p:sp>
        </p:grpSp>
        <p:pic>
          <p:nvPicPr>
            <p:cNvPr id="34" name="图片 33" descr="图标&#10;&#10;描述已自动生成">
              <a:extLst>
                <a:ext uri="{FF2B5EF4-FFF2-40B4-BE49-F238E27FC236}">
                  <a16:creationId xmlns:a16="http://schemas.microsoft.com/office/drawing/2014/main" id="{EA0C48BA-288B-0EF2-600E-EE042BA9049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54643" y="1090549"/>
              <a:ext cx="1253583" cy="1253583"/>
            </a:xfrm>
            <a:prstGeom prst="rect">
              <a:avLst/>
            </a:prstGeom>
          </p:spPr>
        </p:pic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12B4A49E-D0CC-7847-6FD4-DFB515DEAC6E}"/>
              </a:ext>
            </a:extLst>
          </p:cNvPr>
          <p:cNvGrpSpPr/>
          <p:nvPr/>
        </p:nvGrpSpPr>
        <p:grpSpPr>
          <a:xfrm>
            <a:off x="6049242" y="1004779"/>
            <a:ext cx="2699934" cy="2316065"/>
            <a:chOff x="1716609" y="3726301"/>
            <a:chExt cx="2699934" cy="2316065"/>
          </a:xfrm>
        </p:grpSpPr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AFE0D5D6-A4B8-BDE5-CF69-390C103946BC}"/>
                </a:ext>
              </a:extLst>
            </p:cNvPr>
            <p:cNvGrpSpPr/>
            <p:nvPr/>
          </p:nvGrpSpPr>
          <p:grpSpPr>
            <a:xfrm>
              <a:off x="1716609" y="5118384"/>
              <a:ext cx="2699934" cy="923982"/>
              <a:chOff x="198863" y="2397767"/>
              <a:chExt cx="2827155" cy="947237"/>
            </a:xfrm>
          </p:grpSpPr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00F9A7CC-A78F-F268-2BB6-BC328EE8C602}"/>
                  </a:ext>
                </a:extLst>
              </p:cNvPr>
              <p:cNvSpPr txBox="1"/>
              <p:nvPr/>
            </p:nvSpPr>
            <p:spPr>
              <a:xfrm>
                <a:off x="333550" y="2397767"/>
                <a:ext cx="2692468" cy="3786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b="1" i="0" dirty="0">
                    <a:solidFill>
                      <a:srgbClr val="333333"/>
                    </a:solidFill>
                    <a:effectLst/>
                    <a:latin typeface="pingfang SC"/>
                  </a:rPr>
                  <a:t>测试套件（</a:t>
                </a:r>
                <a:r>
                  <a:rPr lang="en-US" altLang="zh-CN" b="1" i="0" dirty="0">
                    <a:solidFill>
                      <a:srgbClr val="333333"/>
                    </a:solidFill>
                    <a:effectLst/>
                    <a:latin typeface="pingfang SC"/>
                  </a:rPr>
                  <a:t>Test Suites</a:t>
                </a:r>
                <a:r>
                  <a:rPr lang="zh-CN" altLang="en-US" b="1" i="0" dirty="0">
                    <a:solidFill>
                      <a:srgbClr val="333333"/>
                    </a:solidFill>
                    <a:effectLst/>
                    <a:latin typeface="pingfang SC"/>
                  </a:rPr>
                  <a:t>）</a:t>
                </a:r>
                <a:endParaRPr lang="zh-CN" altLang="en-US" b="1" dirty="0"/>
              </a:p>
            </p:txBody>
          </p:sp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3AF45C0F-38D5-6761-59DE-0255FFDEE265}"/>
                  </a:ext>
                </a:extLst>
              </p:cNvPr>
              <p:cNvSpPr txBox="1"/>
              <p:nvPr/>
            </p:nvSpPr>
            <p:spPr>
              <a:xfrm>
                <a:off x="198863" y="2997929"/>
                <a:ext cx="2745059" cy="3470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600" b="0" i="0" dirty="0">
                    <a:solidFill>
                      <a:srgbClr val="333333"/>
                    </a:solidFill>
                    <a:effectLst/>
                    <a:latin typeface="pingfang SC"/>
                  </a:rPr>
                  <a:t>一组相关测试用例的集合</a:t>
                </a:r>
                <a:endParaRPr lang="en-US" altLang="zh-CN" sz="1600" b="0" i="0" dirty="0">
                  <a:solidFill>
                    <a:srgbClr val="333333"/>
                  </a:solidFill>
                  <a:effectLst/>
                  <a:latin typeface="pingfang SC"/>
                </a:endParaRPr>
              </a:p>
            </p:txBody>
          </p:sp>
        </p:grpSp>
        <p:pic>
          <p:nvPicPr>
            <p:cNvPr id="47" name="图片 46" descr="形状&#10;&#10;低可信度描述已自动生成">
              <a:extLst>
                <a:ext uri="{FF2B5EF4-FFF2-40B4-BE49-F238E27FC236}">
                  <a16:creationId xmlns:a16="http://schemas.microsoft.com/office/drawing/2014/main" id="{23FFC574-A327-57D7-CF7B-22E52D60A2E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437355" y="3726301"/>
              <a:ext cx="1429240" cy="1429240"/>
            </a:xfrm>
            <a:prstGeom prst="rect">
              <a:avLst/>
            </a:prstGeom>
          </p:spPr>
        </p:pic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49365F00-A869-DE05-AF30-B02043111572}"/>
              </a:ext>
            </a:extLst>
          </p:cNvPr>
          <p:cNvGrpSpPr/>
          <p:nvPr/>
        </p:nvGrpSpPr>
        <p:grpSpPr>
          <a:xfrm>
            <a:off x="4713215" y="3651585"/>
            <a:ext cx="2854747" cy="2388227"/>
            <a:chOff x="4713215" y="3651585"/>
            <a:chExt cx="2854747" cy="2388227"/>
          </a:xfrm>
        </p:grpSpPr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CE0BAEA2-7D2F-251B-8F37-AC015264B68E}"/>
                </a:ext>
              </a:extLst>
            </p:cNvPr>
            <p:cNvGrpSpPr/>
            <p:nvPr/>
          </p:nvGrpSpPr>
          <p:grpSpPr>
            <a:xfrm>
              <a:off x="4713215" y="5105941"/>
              <a:ext cx="2854747" cy="933871"/>
              <a:chOff x="289750" y="2397767"/>
              <a:chExt cx="2989263" cy="957375"/>
            </a:xfrm>
          </p:grpSpPr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1E679F6E-D024-45FF-596F-FD539F869D0E}"/>
                  </a:ext>
                </a:extLst>
              </p:cNvPr>
              <p:cNvSpPr txBox="1"/>
              <p:nvPr/>
            </p:nvSpPr>
            <p:spPr>
              <a:xfrm>
                <a:off x="333550" y="2397767"/>
                <a:ext cx="2945463" cy="3786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b="1" i="0" dirty="0">
                    <a:solidFill>
                      <a:srgbClr val="333333"/>
                    </a:solidFill>
                    <a:effectLst/>
                    <a:latin typeface="pingfang SC"/>
                  </a:rPr>
                  <a:t>测试运行器（</a:t>
                </a:r>
                <a:r>
                  <a:rPr lang="en-US" altLang="zh-CN" b="1" i="0" dirty="0">
                    <a:solidFill>
                      <a:srgbClr val="333333"/>
                    </a:solidFill>
                    <a:effectLst/>
                    <a:latin typeface="pingfang SC"/>
                  </a:rPr>
                  <a:t>Test Runners</a:t>
                </a:r>
                <a:r>
                  <a:rPr lang="zh-CN" altLang="en-US" b="1" i="0" dirty="0">
                    <a:solidFill>
                      <a:srgbClr val="333333"/>
                    </a:solidFill>
                    <a:effectLst/>
                    <a:latin typeface="pingfang SC"/>
                  </a:rPr>
                  <a:t>）</a:t>
                </a:r>
                <a:endParaRPr lang="zh-CN" altLang="en-US" b="1" dirty="0"/>
              </a:p>
            </p:txBody>
          </p:sp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B510CCDC-B4D1-89CF-DD80-2C56AA78103E}"/>
                  </a:ext>
                </a:extLst>
              </p:cNvPr>
              <p:cNvSpPr txBox="1"/>
              <p:nvPr/>
            </p:nvSpPr>
            <p:spPr>
              <a:xfrm>
                <a:off x="289750" y="3008067"/>
                <a:ext cx="2745059" cy="3470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600" b="0" i="0" dirty="0">
                    <a:solidFill>
                      <a:srgbClr val="333333"/>
                    </a:solidFill>
                    <a:effectLst/>
                    <a:latin typeface="pingfang SC"/>
                  </a:rPr>
                  <a:t>执行测试并报告测试结果</a:t>
                </a:r>
                <a:endParaRPr lang="en-US" altLang="zh-CN" sz="1600" b="0" i="0" dirty="0">
                  <a:solidFill>
                    <a:srgbClr val="333333"/>
                  </a:solidFill>
                  <a:effectLst/>
                  <a:latin typeface="pingfang SC"/>
                </a:endParaRPr>
              </a:p>
            </p:txBody>
          </p:sp>
        </p:grpSp>
        <p:pic>
          <p:nvPicPr>
            <p:cNvPr id="49" name="图片 48" descr="图标&#10;&#10;描述已自动生成">
              <a:extLst>
                <a:ext uri="{FF2B5EF4-FFF2-40B4-BE49-F238E27FC236}">
                  <a16:creationId xmlns:a16="http://schemas.microsoft.com/office/drawing/2014/main" id="{9ACD0C01-F530-530E-5CF7-7CCFCCC63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526017" y="3651585"/>
              <a:ext cx="1248802" cy="124880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463510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F50D-A9E9-F647-91DF-E56CF0CE87AF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Gist.nju.edu.cn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13</a:t>
            </a:fld>
            <a:endParaRPr 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1 C++</a:t>
            </a:r>
            <a:r>
              <a:rPr kumimoji="1" lang="zh-CN" altLang="en-US" dirty="0"/>
              <a:t>程序测试</a:t>
            </a:r>
            <a:endParaRPr kumimoji="1" lang="en-US" altLang="zh-CN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0E48E76-A52D-4942-A949-E951AEC4A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033D5E1-B34A-4A70-8FEB-26A17F242280}"/>
              </a:ext>
            </a:extLst>
          </p:cNvPr>
          <p:cNvSpPr txBox="1"/>
          <p:nvPr/>
        </p:nvSpPr>
        <p:spPr>
          <a:xfrm>
            <a:off x="376814" y="1137408"/>
            <a:ext cx="8074622" cy="263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0" i="0" dirty="0" err="1">
                <a:solidFill>
                  <a:srgbClr val="333333"/>
                </a:solidFill>
                <a:effectLst/>
                <a:latin typeface="pingfang SC"/>
              </a:rPr>
              <a:t>GoogleTest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pingfang SC"/>
              </a:rPr>
              <a:t> 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pingfang SC"/>
              </a:rPr>
              <a:t>是一个由 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pingfang SC"/>
              </a:rPr>
              <a:t>Google 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pingfang SC"/>
              </a:rPr>
              <a:t>开发的 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pingfang SC"/>
              </a:rPr>
              <a:t>C++ </a:t>
            </a:r>
            <a:r>
              <a:rPr lang="zh-CN" altLang="en-US" sz="1600" dirty="0">
                <a:solidFill>
                  <a:srgbClr val="333333"/>
                </a:solidFill>
                <a:latin typeface="pingfang SC"/>
              </a:rPr>
              <a:t>自动化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pingfang SC"/>
              </a:rPr>
              <a:t>测试框架</a:t>
            </a:r>
            <a:r>
              <a:rPr lang="zh-CN" altLang="en-US" sz="1600" dirty="0">
                <a:solidFill>
                  <a:srgbClr val="333333"/>
                </a:solidFill>
                <a:latin typeface="pingfang SC"/>
              </a:rPr>
              <a:t>，在 </a:t>
            </a:r>
            <a:r>
              <a:rPr lang="en-US" altLang="zh-CN" sz="1600" dirty="0">
                <a:solidFill>
                  <a:srgbClr val="333333"/>
                </a:solidFill>
                <a:latin typeface="pingfang SC"/>
              </a:rPr>
              <a:t>C++ </a:t>
            </a:r>
            <a:r>
              <a:rPr lang="zh-CN" altLang="en-US" sz="1600" dirty="0">
                <a:solidFill>
                  <a:srgbClr val="333333"/>
                </a:solidFill>
                <a:latin typeface="pingfang SC"/>
              </a:rPr>
              <a:t>社区中非常流行。</a:t>
            </a:r>
            <a:endParaRPr lang="en-US" altLang="zh-CN" sz="1600" b="0" i="0" dirty="0">
              <a:solidFill>
                <a:srgbClr val="333333"/>
              </a:solidFill>
              <a:effectLst/>
              <a:latin typeface="pingfang SC"/>
            </a:endParaRPr>
          </a:p>
          <a:p>
            <a:pPr>
              <a:lnSpc>
                <a:spcPct val="150000"/>
              </a:lnSpc>
            </a:pPr>
            <a:endParaRPr lang="en-US" altLang="zh-CN" sz="1600" b="0" i="0" dirty="0">
              <a:solidFill>
                <a:srgbClr val="333333"/>
              </a:solidFill>
              <a:effectLst/>
              <a:latin typeface="pingfang SC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600" b="0" i="0" dirty="0">
                <a:solidFill>
                  <a:srgbClr val="333333"/>
                </a:solidFill>
                <a:effectLst/>
                <a:latin typeface="pingfang SC"/>
              </a:rPr>
              <a:t>断言支持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pingfang SC"/>
              </a:rPr>
              <a:t>: 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pingfang SC"/>
              </a:rPr>
              <a:t>丰富的断言宏，如 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pingfang SC"/>
              </a:rPr>
              <a:t>EXPECT_EQ, ASSERT_TRUE, ASSERT_FALSE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pingfang SC"/>
              </a:rPr>
              <a:t>，用于检查测试条件。</a:t>
            </a:r>
            <a:endParaRPr lang="en-US" altLang="zh-CN" sz="1600" b="0" i="0" dirty="0">
              <a:solidFill>
                <a:srgbClr val="333333"/>
              </a:solidFill>
              <a:effectLst/>
              <a:latin typeface="pingfang SC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600" b="0" i="0" dirty="0">
                <a:solidFill>
                  <a:srgbClr val="333333"/>
                </a:solidFill>
                <a:effectLst/>
                <a:latin typeface="pingfang SC"/>
              </a:rPr>
              <a:t>测试套件和测试夹具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pingfang SC"/>
              </a:rPr>
              <a:t>: 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pingfang SC"/>
              </a:rPr>
              <a:t>组织和复用测试代码，通过测试夹具（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pingfang SC"/>
              </a:rPr>
              <a:t>Fixtures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pingfang SC"/>
              </a:rPr>
              <a:t>）共享设置代码。</a:t>
            </a:r>
            <a:endParaRPr lang="en-US" altLang="zh-CN" sz="1600" b="0" i="0" dirty="0">
              <a:solidFill>
                <a:srgbClr val="333333"/>
              </a:solidFill>
              <a:effectLst/>
              <a:latin typeface="pingfang SC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600" b="0" i="0" dirty="0">
                <a:solidFill>
                  <a:srgbClr val="333333"/>
                </a:solidFill>
                <a:effectLst/>
                <a:latin typeface="pingfang SC"/>
              </a:rPr>
              <a:t>集成测试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pingfang SC"/>
              </a:rPr>
              <a:t>: 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pingfang SC"/>
              </a:rPr>
              <a:t>提供</a:t>
            </a:r>
            <a:r>
              <a:rPr lang="zh-CN" altLang="en-US" sz="1600" dirty="0">
                <a:solidFill>
                  <a:srgbClr val="333333"/>
                </a:solidFill>
                <a:latin typeface="pingfang SC"/>
              </a:rPr>
              <a:t>内置</a:t>
            </a:r>
            <a:r>
              <a:rPr lang="zh-CN" altLang="en-US" sz="1600" dirty="0"/>
              <a:t>模拟框架 </a:t>
            </a:r>
            <a:r>
              <a:rPr lang="en-US" altLang="zh-CN" sz="1600" b="0" i="0" dirty="0" err="1">
                <a:solidFill>
                  <a:srgbClr val="333333"/>
                </a:solidFill>
                <a:effectLst/>
                <a:latin typeface="pingfang SC"/>
              </a:rPr>
              <a:t>GoogleMock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pingfang SC"/>
              </a:rPr>
              <a:t>，用于模拟对象行为。</a:t>
            </a:r>
            <a:endParaRPr lang="en-US" altLang="zh-CN" sz="1600" b="0" i="0" dirty="0">
              <a:solidFill>
                <a:srgbClr val="333333"/>
              </a:solidFill>
              <a:effectLst/>
              <a:latin typeface="pingfang SC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600" dirty="0">
                <a:solidFill>
                  <a:srgbClr val="333333"/>
                </a:solidFill>
                <a:latin typeface="pingfang SC"/>
              </a:rPr>
              <a:t>项目集成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pingfang SC"/>
              </a:rPr>
              <a:t>：可以与 </a:t>
            </a:r>
            <a:r>
              <a:rPr lang="en-US" altLang="zh-CN" sz="1600" b="0" i="0" dirty="0" err="1">
                <a:solidFill>
                  <a:srgbClr val="333333"/>
                </a:solidFill>
                <a:effectLst/>
                <a:latin typeface="pingfang SC"/>
              </a:rPr>
              <a:t>CMake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pingfang SC"/>
              </a:rPr>
              <a:t>、</a:t>
            </a:r>
            <a:r>
              <a:rPr lang="en-US" altLang="zh-CN" sz="1600" b="0" i="0" dirty="0" err="1">
                <a:solidFill>
                  <a:srgbClr val="333333"/>
                </a:solidFill>
                <a:effectLst/>
                <a:latin typeface="pingfang SC"/>
              </a:rPr>
              <a:t>Bazel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pingfang SC"/>
              </a:rPr>
              <a:t> 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pingfang SC"/>
              </a:rPr>
              <a:t>等构建工具集成，并与 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pingfang SC"/>
              </a:rPr>
              <a:t>CI 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pingfang SC"/>
              </a:rPr>
              <a:t>工具兼容。</a:t>
            </a:r>
            <a:endParaRPr lang="en-US" altLang="zh-CN" sz="1600" b="0" i="0" dirty="0">
              <a:solidFill>
                <a:srgbClr val="333333"/>
              </a:solidFill>
              <a:effectLst/>
              <a:latin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7201372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F50D-A9E9-F647-91DF-E56CF0CE87AF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Gist.nju.edu.cn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14</a:t>
            </a:fld>
            <a:endParaRPr 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在</a:t>
            </a:r>
            <a:r>
              <a:rPr kumimoji="1" lang="en-US" altLang="zh-CN" dirty="0"/>
              <a:t>C++</a:t>
            </a:r>
            <a:r>
              <a:rPr kumimoji="1" lang="zh-CN" altLang="en-US" dirty="0"/>
              <a:t>项目中引入</a:t>
            </a:r>
            <a:r>
              <a:rPr kumimoji="1" lang="en-US" altLang="zh-CN" dirty="0" err="1"/>
              <a:t>GoogleTest</a:t>
            </a:r>
            <a:endParaRPr kumimoji="1" lang="en-US" altLang="zh-CN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0E48E76-A52D-4942-A949-E951AEC4A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033D5E1-B34A-4A70-8FEB-26A17F242280}"/>
              </a:ext>
            </a:extLst>
          </p:cNvPr>
          <p:cNvSpPr txBox="1"/>
          <p:nvPr/>
        </p:nvSpPr>
        <p:spPr>
          <a:xfrm>
            <a:off x="398457" y="819878"/>
            <a:ext cx="8074622" cy="423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0" i="0" dirty="0">
                <a:solidFill>
                  <a:srgbClr val="333333"/>
                </a:solidFill>
                <a:effectLst/>
                <a:latin typeface="pingfang SC"/>
              </a:rPr>
              <a:t>使用构建工具： </a:t>
            </a:r>
            <a:r>
              <a:rPr lang="en-US" altLang="zh-CN" sz="1600" b="0" i="0" dirty="0" err="1">
                <a:solidFill>
                  <a:srgbClr val="333333"/>
                </a:solidFill>
                <a:effectLst/>
                <a:latin typeface="pingfang SC"/>
              </a:rPr>
              <a:t>CMake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pingfang SC"/>
              </a:rPr>
              <a:t>/</a:t>
            </a:r>
            <a:r>
              <a:rPr lang="en-US" altLang="zh-CN" sz="1600" b="0" i="0" dirty="0" err="1">
                <a:solidFill>
                  <a:srgbClr val="333333"/>
                </a:solidFill>
                <a:effectLst/>
                <a:latin typeface="pingfang SC"/>
              </a:rPr>
              <a:t>Bazel</a:t>
            </a:r>
            <a:endParaRPr lang="en-US" altLang="zh-CN" sz="1600" b="0" i="0" dirty="0">
              <a:solidFill>
                <a:srgbClr val="333333"/>
              </a:solidFill>
              <a:effectLst/>
              <a:latin typeface="pingfang SC"/>
            </a:endParaRPr>
          </a:p>
        </p:txBody>
      </p:sp>
      <p:pic>
        <p:nvPicPr>
          <p:cNvPr id="12" name="图片 11" descr="文本&#10;&#10;描述已自动生成">
            <a:extLst>
              <a:ext uri="{FF2B5EF4-FFF2-40B4-BE49-F238E27FC236}">
                <a16:creationId xmlns:a16="http://schemas.microsoft.com/office/drawing/2014/main" id="{AF40EF7B-73CB-7F7E-FE79-1ED2EE3A29E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612" b="6712"/>
          <a:stretch/>
        </p:blipFill>
        <p:spPr>
          <a:xfrm>
            <a:off x="462867" y="1315681"/>
            <a:ext cx="7454486" cy="4498806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9F66612E-F4B8-F22D-4E9F-2C2CCB4FAD86}"/>
              </a:ext>
            </a:extLst>
          </p:cNvPr>
          <p:cNvSpPr txBox="1"/>
          <p:nvPr/>
        </p:nvSpPr>
        <p:spPr>
          <a:xfrm>
            <a:off x="3350812" y="5807490"/>
            <a:ext cx="1502542" cy="423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0" i="0" dirty="0">
                <a:solidFill>
                  <a:srgbClr val="333333"/>
                </a:solidFill>
                <a:effectLst/>
                <a:latin typeface="pingfang SC"/>
              </a:rPr>
              <a:t>CMakeLists.txt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CD34FD2-74C2-FDA5-E050-30DC10787AD0}"/>
              </a:ext>
            </a:extLst>
          </p:cNvPr>
          <p:cNvSpPr txBox="1"/>
          <p:nvPr/>
        </p:nvSpPr>
        <p:spPr>
          <a:xfrm>
            <a:off x="4853353" y="3698238"/>
            <a:ext cx="2056047" cy="425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0" i="0" dirty="0">
                <a:solidFill>
                  <a:schemeClr val="bg1"/>
                </a:solidFill>
                <a:effectLst/>
                <a:latin typeface="pingfang SC"/>
              </a:rPr>
              <a:t>//</a:t>
            </a:r>
            <a:r>
              <a:rPr lang="zh-CN" altLang="en-US" sz="1600" b="0" i="0" dirty="0">
                <a:solidFill>
                  <a:schemeClr val="bg1"/>
                </a:solidFill>
                <a:effectLst/>
                <a:latin typeface="pingfang SC"/>
              </a:rPr>
              <a:t>下载</a:t>
            </a:r>
            <a:r>
              <a:rPr lang="en-US" altLang="zh-CN" sz="1600" b="0" i="0" dirty="0" err="1">
                <a:solidFill>
                  <a:schemeClr val="bg1"/>
                </a:solidFill>
                <a:effectLst/>
                <a:latin typeface="pingfang SC"/>
              </a:rPr>
              <a:t>googletest</a:t>
            </a:r>
            <a:r>
              <a:rPr lang="zh-CN" altLang="en-US" sz="1600" b="0" i="0" dirty="0">
                <a:solidFill>
                  <a:schemeClr val="bg1"/>
                </a:solidFill>
                <a:effectLst/>
                <a:latin typeface="pingfang SC"/>
              </a:rPr>
              <a:t>包</a:t>
            </a:r>
            <a:endParaRPr lang="en-US" altLang="zh-CN" sz="1600" b="0" i="0" dirty="0">
              <a:solidFill>
                <a:schemeClr val="bg1"/>
              </a:solidFill>
              <a:effectLst/>
              <a:latin typeface="pingfang SC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32B4655-A530-B46D-90F9-2522DA2C04DD}"/>
              </a:ext>
            </a:extLst>
          </p:cNvPr>
          <p:cNvSpPr txBox="1"/>
          <p:nvPr/>
        </p:nvSpPr>
        <p:spPr>
          <a:xfrm>
            <a:off x="4853352" y="4066052"/>
            <a:ext cx="2056047" cy="425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0" i="0" dirty="0">
                <a:solidFill>
                  <a:schemeClr val="bg1"/>
                </a:solidFill>
                <a:effectLst/>
                <a:latin typeface="pingfang SC"/>
              </a:rPr>
              <a:t>//</a:t>
            </a:r>
            <a:r>
              <a:rPr lang="zh-CN" altLang="en-US" sz="1600" b="0" i="0" dirty="0">
                <a:solidFill>
                  <a:schemeClr val="bg1"/>
                </a:solidFill>
                <a:effectLst/>
                <a:latin typeface="pingfang SC"/>
              </a:rPr>
              <a:t>启用 </a:t>
            </a:r>
            <a:r>
              <a:rPr lang="en-US" altLang="zh-CN" sz="1600" b="0" i="0" dirty="0" err="1">
                <a:solidFill>
                  <a:schemeClr val="bg1"/>
                </a:solidFill>
                <a:effectLst/>
                <a:latin typeface="pingfang SC"/>
              </a:rPr>
              <a:t>CTest</a:t>
            </a:r>
            <a:endParaRPr lang="en-US" altLang="zh-CN" sz="1600" b="0" i="0" dirty="0">
              <a:solidFill>
                <a:schemeClr val="bg1"/>
              </a:solidFill>
              <a:effectLst/>
              <a:latin typeface="pingfang SC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6B9BA93-7ED8-1BFC-9BE9-A4C7118912A4}"/>
              </a:ext>
            </a:extLst>
          </p:cNvPr>
          <p:cNvSpPr txBox="1"/>
          <p:nvPr/>
        </p:nvSpPr>
        <p:spPr>
          <a:xfrm>
            <a:off x="4833283" y="4441534"/>
            <a:ext cx="3039214" cy="425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0" i="0" dirty="0">
                <a:solidFill>
                  <a:schemeClr val="bg1"/>
                </a:solidFill>
                <a:effectLst/>
                <a:latin typeface="pingfang SC"/>
              </a:rPr>
              <a:t>//</a:t>
            </a:r>
            <a:r>
              <a:rPr lang="zh-CN" altLang="en-US" sz="1600" b="0" i="0" dirty="0">
                <a:solidFill>
                  <a:schemeClr val="bg1"/>
                </a:solidFill>
                <a:effectLst/>
                <a:latin typeface="pingfang SC"/>
              </a:rPr>
              <a:t>创建测试可执行文件</a:t>
            </a:r>
            <a:endParaRPr lang="en-US" altLang="zh-CN" sz="1600" b="0" i="0" dirty="0">
              <a:solidFill>
                <a:schemeClr val="bg1"/>
              </a:solidFill>
              <a:effectLst/>
              <a:latin typeface="pingfang SC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0A117B1-CC6A-54E3-B361-8BF2D6809EB8}"/>
              </a:ext>
            </a:extLst>
          </p:cNvPr>
          <p:cNvSpPr txBox="1"/>
          <p:nvPr/>
        </p:nvSpPr>
        <p:spPr>
          <a:xfrm>
            <a:off x="4833283" y="4972624"/>
            <a:ext cx="3185302" cy="424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0" i="0" dirty="0">
                <a:solidFill>
                  <a:schemeClr val="bg1"/>
                </a:solidFill>
                <a:effectLst/>
                <a:latin typeface="pingfang SC"/>
              </a:rPr>
              <a:t>//</a:t>
            </a:r>
            <a:r>
              <a:rPr lang="zh-CN" altLang="en-US" sz="1600" dirty="0">
                <a:solidFill>
                  <a:schemeClr val="bg1"/>
                </a:solidFill>
              </a:rPr>
              <a:t>自动发现并注册 </a:t>
            </a:r>
            <a:r>
              <a:rPr lang="en-US" altLang="zh-CN" sz="1600" dirty="0" err="1">
                <a:solidFill>
                  <a:schemeClr val="bg1"/>
                </a:solidFill>
              </a:rPr>
              <a:t>CTest</a:t>
            </a:r>
            <a:r>
              <a:rPr lang="en-US" altLang="zh-CN" sz="1600" dirty="0">
                <a:solidFill>
                  <a:schemeClr val="bg1"/>
                </a:solidFill>
              </a:rPr>
              <a:t> </a:t>
            </a:r>
            <a:r>
              <a:rPr lang="zh-CN" altLang="en-US" sz="1600" dirty="0">
                <a:solidFill>
                  <a:schemeClr val="bg1"/>
                </a:solidFill>
              </a:rPr>
              <a:t>中的测试</a:t>
            </a:r>
            <a:endParaRPr lang="en-US" altLang="zh-CN" sz="1600" b="0" i="0" dirty="0">
              <a:solidFill>
                <a:schemeClr val="bg1"/>
              </a:solidFill>
              <a:effectLst/>
              <a:latin typeface="pingfang SC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21EBD5E-9103-3DB0-B472-A8A75A095E3C}"/>
              </a:ext>
            </a:extLst>
          </p:cNvPr>
          <p:cNvSpPr txBox="1"/>
          <p:nvPr/>
        </p:nvSpPr>
        <p:spPr>
          <a:xfrm>
            <a:off x="4833283" y="4666107"/>
            <a:ext cx="3039214" cy="425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0" i="0" dirty="0">
                <a:solidFill>
                  <a:schemeClr val="bg1"/>
                </a:solidFill>
                <a:effectLst/>
                <a:latin typeface="pingfang SC"/>
              </a:rPr>
              <a:t>//</a:t>
            </a:r>
            <a:r>
              <a:rPr lang="zh-CN" altLang="en-US" sz="1600" b="0" i="0" dirty="0">
                <a:solidFill>
                  <a:schemeClr val="bg1"/>
                </a:solidFill>
                <a:effectLst/>
                <a:latin typeface="pingfang SC"/>
              </a:rPr>
              <a:t>链接 </a:t>
            </a:r>
            <a:r>
              <a:rPr lang="en-US" altLang="zh-CN" sz="1600" b="0" i="0" dirty="0" err="1">
                <a:solidFill>
                  <a:schemeClr val="bg1"/>
                </a:solidFill>
                <a:effectLst/>
                <a:latin typeface="pingfang SC"/>
              </a:rPr>
              <a:t>gtest</a:t>
            </a:r>
            <a:endParaRPr lang="en-US" altLang="zh-CN" sz="1600" b="0" i="0" dirty="0">
              <a:solidFill>
                <a:schemeClr val="bg1"/>
              </a:solidFill>
              <a:effectLst/>
              <a:latin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38560307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F50D-A9E9-F647-91DF-E56CF0CE87AF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Gist.nju.edu.cn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15</a:t>
            </a:fld>
            <a:endParaRPr 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 err="1"/>
              <a:t>GoogleTest</a:t>
            </a:r>
            <a:r>
              <a:rPr kumimoji="1" lang="en-US" altLang="zh-CN" dirty="0"/>
              <a:t> </a:t>
            </a:r>
            <a:r>
              <a:rPr kumimoji="1" lang="zh-CN" altLang="en-US" dirty="0"/>
              <a:t>语法</a:t>
            </a:r>
            <a:endParaRPr kumimoji="1" lang="en-US" altLang="zh-CN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0E48E76-A52D-4942-A949-E951AEC4A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033D5E1-B34A-4A70-8FEB-26A17F242280}"/>
              </a:ext>
            </a:extLst>
          </p:cNvPr>
          <p:cNvSpPr txBox="1"/>
          <p:nvPr/>
        </p:nvSpPr>
        <p:spPr>
          <a:xfrm>
            <a:off x="398457" y="1443328"/>
            <a:ext cx="8074622" cy="4116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b="0" i="0" dirty="0">
                <a:solidFill>
                  <a:srgbClr val="333333"/>
                </a:solidFill>
                <a:effectLst/>
                <a:latin typeface="pingfang SC"/>
              </a:rPr>
              <a:t>TEST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pingfang SC"/>
              </a:rPr>
              <a:t>：简单测试用例</a:t>
            </a:r>
            <a:endParaRPr lang="en-US" altLang="zh-CN" sz="1600" b="0" i="0" dirty="0">
              <a:solidFill>
                <a:srgbClr val="333333"/>
              </a:solidFill>
              <a:effectLst/>
              <a:latin typeface="pingfang SC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1600" dirty="0">
              <a:solidFill>
                <a:srgbClr val="333333"/>
              </a:solidFill>
              <a:latin typeface="pingfang SC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1600" b="0" i="0" dirty="0">
              <a:solidFill>
                <a:srgbClr val="333333"/>
              </a:solidFill>
              <a:effectLst/>
              <a:latin typeface="pingfang SC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333333"/>
                </a:solidFill>
                <a:latin typeface="pingfang SC"/>
              </a:rPr>
              <a:t>TEST_F</a:t>
            </a:r>
            <a:r>
              <a:rPr lang="zh-CN" altLang="en-US" sz="1600" dirty="0">
                <a:solidFill>
                  <a:srgbClr val="333333"/>
                </a:solidFill>
                <a:latin typeface="pingfang SC"/>
              </a:rPr>
              <a:t>：使用夹具的测试用例</a:t>
            </a:r>
            <a:endParaRPr lang="en-US" altLang="zh-CN" sz="1600" dirty="0">
              <a:solidFill>
                <a:srgbClr val="333333"/>
              </a:solidFill>
              <a:latin typeface="pingfang SC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1600" dirty="0">
              <a:solidFill>
                <a:srgbClr val="333333"/>
              </a:solidFill>
              <a:latin typeface="pingfang SC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1600" dirty="0">
              <a:solidFill>
                <a:srgbClr val="333333"/>
              </a:solidFill>
              <a:latin typeface="pingfang SC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b="0" i="0" dirty="0">
                <a:solidFill>
                  <a:srgbClr val="333333"/>
                </a:solidFill>
                <a:effectLst/>
                <a:latin typeface="pingfang SC"/>
              </a:rPr>
              <a:t>TEST_P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pingfang SC"/>
              </a:rPr>
              <a:t>：值参数化测试用例</a:t>
            </a:r>
            <a:endParaRPr lang="en-US" altLang="zh-CN" sz="1600" b="0" i="0" dirty="0">
              <a:solidFill>
                <a:srgbClr val="333333"/>
              </a:solidFill>
              <a:effectLst/>
              <a:latin typeface="pingfang SC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1600" dirty="0">
              <a:solidFill>
                <a:srgbClr val="333333"/>
              </a:solidFill>
              <a:latin typeface="pingfang SC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1600" b="0" i="0" dirty="0">
              <a:solidFill>
                <a:srgbClr val="333333"/>
              </a:solidFill>
              <a:effectLst/>
              <a:latin typeface="pingfang SC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b="0" i="0" dirty="0">
                <a:solidFill>
                  <a:srgbClr val="333333"/>
                </a:solidFill>
                <a:effectLst/>
                <a:latin typeface="pingfang SC"/>
              </a:rPr>
              <a:t>TYPED_TEST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pingfang SC"/>
              </a:rPr>
              <a:t>：类型参数化测试</a:t>
            </a:r>
            <a:endParaRPr lang="en-US" altLang="zh-CN" sz="1600" b="0" i="0" dirty="0">
              <a:solidFill>
                <a:srgbClr val="333333"/>
              </a:solidFill>
              <a:effectLst/>
              <a:latin typeface="pingfang SC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1600" b="0" i="0" dirty="0">
              <a:solidFill>
                <a:srgbClr val="333333"/>
              </a:solidFill>
              <a:effectLst/>
              <a:latin typeface="pingfang SC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98FFB4D-477E-33D6-F209-A0F6293486B6}"/>
              </a:ext>
            </a:extLst>
          </p:cNvPr>
          <p:cNvSpPr txBox="1"/>
          <p:nvPr/>
        </p:nvSpPr>
        <p:spPr>
          <a:xfrm>
            <a:off x="316523" y="101036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0" i="0" dirty="0">
                <a:solidFill>
                  <a:srgbClr val="333333"/>
                </a:solidFill>
                <a:effectLst/>
                <a:latin typeface="pingfang SC"/>
              </a:rPr>
              <a:t>测试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方式</a:t>
            </a:r>
            <a:endParaRPr lang="zh-CN" altLang="en-US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A2D89154-AE5C-0AD0-C002-C125840CC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0648" y="803073"/>
            <a:ext cx="3297643" cy="2510078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3D8911BB-7284-6140-4620-164AEF1B97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4094" y="3338779"/>
            <a:ext cx="4213259" cy="2835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7628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F50D-A9E9-F647-91DF-E56CF0CE87AF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Gist.nju.edu.cn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16</a:t>
            </a:fld>
            <a:endParaRPr 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 err="1"/>
              <a:t>GoogleTest</a:t>
            </a:r>
            <a:r>
              <a:rPr kumimoji="1" lang="en-US" altLang="zh-CN" dirty="0"/>
              <a:t> </a:t>
            </a:r>
            <a:r>
              <a:rPr kumimoji="1" lang="zh-CN" altLang="en-US" dirty="0"/>
              <a:t>语法</a:t>
            </a:r>
            <a:endParaRPr kumimoji="1" lang="en-US" altLang="zh-CN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0E48E76-A52D-4942-A949-E951AEC4A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F6BF07C-82B0-9580-0B9B-486BF2A7F65B}"/>
              </a:ext>
            </a:extLst>
          </p:cNvPr>
          <p:cNvSpPr txBox="1"/>
          <p:nvPr/>
        </p:nvSpPr>
        <p:spPr>
          <a:xfrm>
            <a:off x="534689" y="1650330"/>
            <a:ext cx="8074622" cy="794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b="0" i="0" dirty="0">
                <a:solidFill>
                  <a:srgbClr val="333333"/>
                </a:solidFill>
                <a:effectLst/>
                <a:latin typeface="pingfang SC"/>
              </a:rPr>
              <a:t>ASSERT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pingfang SC"/>
              </a:rPr>
              <a:t>：</a:t>
            </a:r>
            <a:r>
              <a:rPr lang="zh-CN" alt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在条件不满足时终止当前测试用例，不再执行后续的代码。</a:t>
            </a:r>
            <a:endParaRPr lang="en-US" altLang="zh-CN" sz="1600" b="0" i="0" dirty="0">
              <a:solidFill>
                <a:srgbClr val="333333"/>
              </a:solidFill>
              <a:effectLst/>
              <a:latin typeface="pingfang SC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333333"/>
                </a:solidFill>
                <a:latin typeface="pingfang SC"/>
              </a:rPr>
              <a:t>EXCEPT</a:t>
            </a:r>
            <a:r>
              <a:rPr lang="zh-CN" altLang="en-US" sz="1600" dirty="0">
                <a:solidFill>
                  <a:srgbClr val="333333"/>
                </a:solidFill>
                <a:latin typeface="pingfang SC"/>
              </a:rPr>
              <a:t>：</a:t>
            </a:r>
            <a:r>
              <a:rPr lang="zh-CN" alt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在条件不满足时记录断言失败，但不终止当前测试用例。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95DA3AE-EA26-0119-FC10-6151BC8826DA}"/>
              </a:ext>
            </a:extLst>
          </p:cNvPr>
          <p:cNvSpPr txBox="1"/>
          <p:nvPr/>
        </p:nvSpPr>
        <p:spPr>
          <a:xfrm>
            <a:off x="452755" y="121736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33333"/>
                </a:solidFill>
                <a:latin typeface="pingfang SC"/>
              </a:rPr>
              <a:t>断言</a:t>
            </a:r>
            <a:r>
              <a:rPr lang="zh-CN" altLang="en-US" sz="1800" b="0" i="0" dirty="0">
                <a:solidFill>
                  <a:srgbClr val="333333"/>
                </a:solidFill>
                <a:effectLst/>
                <a:latin typeface="pingfang SC"/>
              </a:rPr>
              <a:t>宏</a:t>
            </a:r>
            <a:endParaRPr lang="zh-CN" altLang="en-US" dirty="0"/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BC7E29E7-DA6F-CDF0-BA6A-32FE1CFEDC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37250"/>
              </p:ext>
            </p:extLst>
          </p:nvPr>
        </p:nvGraphicFramePr>
        <p:xfrm>
          <a:off x="601971" y="2740837"/>
          <a:ext cx="7586403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8801">
                  <a:extLst>
                    <a:ext uri="{9D8B030D-6E8A-4147-A177-3AD203B41FA5}">
                      <a16:colId xmlns:a16="http://schemas.microsoft.com/office/drawing/2014/main" val="2573503673"/>
                    </a:ext>
                  </a:extLst>
                </a:gridCol>
                <a:gridCol w="2164242">
                  <a:extLst>
                    <a:ext uri="{9D8B030D-6E8A-4147-A177-3AD203B41FA5}">
                      <a16:colId xmlns:a16="http://schemas.microsoft.com/office/drawing/2014/main" val="3988356941"/>
                    </a:ext>
                  </a:extLst>
                </a:gridCol>
                <a:gridCol w="2893360">
                  <a:extLst>
                    <a:ext uri="{9D8B030D-6E8A-4147-A177-3AD203B41FA5}">
                      <a16:colId xmlns:a16="http://schemas.microsoft.com/office/drawing/2014/main" val="12526767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断言</a:t>
                      </a:r>
                    </a:p>
                    <a:p>
                      <a:r>
                        <a:rPr lang="zh-CN" alt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说明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失败行为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863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EXPECT_EQ(a, 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期望 </a:t>
                      </a:r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== b</a:t>
                      </a:r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记录错误，继续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28496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EXPECT_NE(a, 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期望 </a:t>
                      </a:r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!= b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/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349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EXPECT_TRUE(</a:t>
                      </a:r>
                      <a:r>
                        <a:rPr lang="en-US" altLang="zh-CN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cond</a:t>
                      </a:r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期望条件为真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/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4232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EXPECT_FALSE(</a:t>
                      </a:r>
                      <a:r>
                        <a:rPr lang="en-US" altLang="zh-CN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cond</a:t>
                      </a:r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期望条件为假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/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8069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9313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F50D-A9E9-F647-91DF-E56CF0CE87AF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Gist.nju.edu.cn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17</a:t>
            </a:fld>
            <a:endParaRPr 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使用 </a:t>
            </a:r>
            <a:r>
              <a:rPr kumimoji="1" lang="en-US" altLang="zh-CN" dirty="0" err="1"/>
              <a:t>GoogleTest</a:t>
            </a:r>
            <a:r>
              <a:rPr kumimoji="1" lang="en-US" altLang="zh-CN" dirty="0"/>
              <a:t> </a:t>
            </a:r>
            <a:r>
              <a:rPr kumimoji="1" lang="zh-CN" altLang="en-US" dirty="0"/>
              <a:t>编写单元测试用例</a:t>
            </a:r>
            <a:endParaRPr kumimoji="1" lang="en-US" altLang="zh-CN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0E48E76-A52D-4942-A949-E951AEC4A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51EAD08-83C5-E903-07B8-F19F72B11E04}"/>
              </a:ext>
            </a:extLst>
          </p:cNvPr>
          <p:cNvSpPr txBox="1"/>
          <p:nvPr/>
        </p:nvSpPr>
        <p:spPr>
          <a:xfrm>
            <a:off x="398457" y="819878"/>
            <a:ext cx="8074622" cy="423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333333"/>
                </a:solidFill>
                <a:latin typeface="pingfang SC"/>
              </a:rPr>
              <a:t>测试</a:t>
            </a:r>
            <a:r>
              <a:rPr lang="en-US" altLang="zh-CN" sz="1600" dirty="0">
                <a:solidFill>
                  <a:srgbClr val="333333"/>
                </a:solidFill>
                <a:latin typeface="pingfang SC"/>
              </a:rPr>
              <a:t>: </a:t>
            </a:r>
            <a:r>
              <a:rPr lang="zh-CN" altLang="en-US" sz="1600" dirty="0">
                <a:solidFill>
                  <a:srgbClr val="333333"/>
                </a:solidFill>
                <a:latin typeface="pingfang SC"/>
              </a:rPr>
              <a:t>计算器类 </a:t>
            </a:r>
            <a:r>
              <a:rPr lang="en-US" altLang="zh-CN" sz="1600" b="0" i="0" dirty="0" err="1">
                <a:solidFill>
                  <a:srgbClr val="1F0909"/>
                </a:solidFill>
                <a:effectLst/>
                <a:highlight>
                  <a:srgbClr val="DADADA"/>
                </a:highlight>
                <a:latin typeface="PT Serif" panose="020A0603040505020204" pitchFamily="18" charset="0"/>
              </a:rPr>
              <a:t>Calculator.h</a:t>
            </a:r>
            <a:endParaRPr lang="en-US" altLang="zh-CN" sz="1600" b="0" i="0" dirty="0">
              <a:solidFill>
                <a:srgbClr val="333333"/>
              </a:solidFill>
              <a:effectLst/>
              <a:latin typeface="pingfang SC"/>
            </a:endParaRPr>
          </a:p>
        </p:txBody>
      </p:sp>
      <p:pic>
        <p:nvPicPr>
          <p:cNvPr id="18" name="图片 17" descr="文本&#10;&#10;描述已自动生成">
            <a:extLst>
              <a:ext uri="{FF2B5EF4-FFF2-40B4-BE49-F238E27FC236}">
                <a16:creationId xmlns:a16="http://schemas.microsoft.com/office/drawing/2014/main" id="{09AF14B2-9FE2-2D43-6633-50DD92654CD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835" t="13569" r="8589" b="8238"/>
          <a:stretch/>
        </p:blipFill>
        <p:spPr>
          <a:xfrm>
            <a:off x="492370" y="1309742"/>
            <a:ext cx="5572970" cy="5150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799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F50D-A9E9-F647-91DF-E56CF0CE87AF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Gist.nju.edu.cn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18</a:t>
            </a:fld>
            <a:endParaRPr 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使用 </a:t>
            </a:r>
            <a:r>
              <a:rPr kumimoji="1" lang="en-US" altLang="zh-CN" dirty="0" err="1"/>
              <a:t>GoogleTest</a:t>
            </a:r>
            <a:r>
              <a:rPr kumimoji="1" lang="en-US" altLang="zh-CN" dirty="0"/>
              <a:t> </a:t>
            </a:r>
            <a:r>
              <a:rPr kumimoji="1" lang="zh-CN" altLang="en-US" dirty="0"/>
              <a:t>编写单元测试用例</a:t>
            </a:r>
            <a:endParaRPr kumimoji="1" lang="en-US" altLang="zh-CN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0E48E76-A52D-4942-A949-E951AEC4A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51EAD08-83C5-E903-07B8-F19F72B11E04}"/>
              </a:ext>
            </a:extLst>
          </p:cNvPr>
          <p:cNvSpPr txBox="1"/>
          <p:nvPr/>
        </p:nvSpPr>
        <p:spPr>
          <a:xfrm>
            <a:off x="398457" y="819878"/>
            <a:ext cx="8074622" cy="423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333333"/>
                </a:solidFill>
                <a:latin typeface="pingfang SC"/>
              </a:rPr>
              <a:t>测试文件 </a:t>
            </a:r>
            <a:r>
              <a:rPr lang="en-US" altLang="zh-CN" sz="1600" dirty="0">
                <a:solidFill>
                  <a:srgbClr val="1F0909"/>
                </a:solidFill>
                <a:highlight>
                  <a:srgbClr val="DADADA"/>
                </a:highlight>
                <a:latin typeface="PT Serif" panose="020A0603040505020204" pitchFamily="18" charset="0"/>
              </a:rPr>
              <a:t>c</a:t>
            </a:r>
            <a:r>
              <a:rPr lang="en-US" altLang="zh-CN" sz="1600" b="0" i="0" dirty="0">
                <a:solidFill>
                  <a:srgbClr val="1F0909"/>
                </a:solidFill>
                <a:effectLst/>
                <a:highlight>
                  <a:srgbClr val="DADADA"/>
                </a:highlight>
                <a:latin typeface="PT Serif" panose="020A0603040505020204" pitchFamily="18" charset="0"/>
              </a:rPr>
              <a:t>alculator</a:t>
            </a:r>
            <a:r>
              <a:rPr lang="en-US" altLang="zh-CN" sz="1600" dirty="0">
                <a:solidFill>
                  <a:srgbClr val="1F0909"/>
                </a:solidFill>
                <a:highlight>
                  <a:srgbClr val="DADADA"/>
                </a:highlight>
                <a:latin typeface="PT Serif" panose="020A0603040505020204" pitchFamily="18" charset="0"/>
              </a:rPr>
              <a:t>_test</a:t>
            </a:r>
            <a:r>
              <a:rPr lang="en-US" altLang="zh-CN" sz="1600" b="0" i="0" dirty="0">
                <a:solidFill>
                  <a:srgbClr val="1F0909"/>
                </a:solidFill>
                <a:effectLst/>
                <a:highlight>
                  <a:srgbClr val="DADADA"/>
                </a:highlight>
                <a:latin typeface="PT Serif" panose="020A0603040505020204" pitchFamily="18" charset="0"/>
              </a:rPr>
              <a:t>.</a:t>
            </a:r>
            <a:r>
              <a:rPr lang="en-US" altLang="zh-CN" sz="1600" dirty="0">
                <a:solidFill>
                  <a:srgbClr val="1F0909"/>
                </a:solidFill>
                <a:highlight>
                  <a:srgbClr val="DADADA"/>
                </a:highlight>
                <a:latin typeface="PT Serif" panose="020A0603040505020204" pitchFamily="18" charset="0"/>
              </a:rPr>
              <a:t>cc</a:t>
            </a:r>
            <a:endParaRPr lang="en-US" altLang="zh-CN" sz="1600" b="0" i="0" dirty="0">
              <a:solidFill>
                <a:srgbClr val="333333"/>
              </a:solidFill>
              <a:effectLst/>
              <a:latin typeface="pingfang SC"/>
            </a:endParaRPr>
          </a:p>
        </p:txBody>
      </p:sp>
      <p:pic>
        <p:nvPicPr>
          <p:cNvPr id="9" name="图片 8" descr="文本&#10;&#10;描述已自动生成">
            <a:extLst>
              <a:ext uri="{FF2B5EF4-FFF2-40B4-BE49-F238E27FC236}">
                <a16:creationId xmlns:a16="http://schemas.microsoft.com/office/drawing/2014/main" id="{73CE0351-198A-AC94-EB27-F70017CBD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725" y="1434662"/>
            <a:ext cx="6466836" cy="433447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3C475380-7CBF-2B60-C046-2DF9B67BB268}"/>
              </a:ext>
            </a:extLst>
          </p:cNvPr>
          <p:cNvSpPr txBox="1"/>
          <p:nvPr/>
        </p:nvSpPr>
        <p:spPr>
          <a:xfrm>
            <a:off x="3170641" y="3272480"/>
            <a:ext cx="2056047" cy="425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0" i="0" dirty="0">
                <a:solidFill>
                  <a:schemeClr val="bg1"/>
                </a:solidFill>
                <a:effectLst/>
                <a:latin typeface="pingfang SC"/>
              </a:rPr>
              <a:t>//</a:t>
            </a:r>
            <a:r>
              <a:rPr lang="zh-CN" altLang="en-US" sz="1600" b="0" i="0" dirty="0">
                <a:solidFill>
                  <a:schemeClr val="bg1"/>
                </a:solidFill>
                <a:effectLst/>
                <a:latin typeface="pingfang SC"/>
              </a:rPr>
              <a:t>测试夹具定义</a:t>
            </a:r>
            <a:endParaRPr lang="en-US" altLang="zh-CN" sz="1600" b="0" i="0" dirty="0">
              <a:solidFill>
                <a:schemeClr val="bg1"/>
              </a:solidFill>
              <a:effectLst/>
              <a:latin typeface="pingfang SC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AFC7476-BABB-DDF9-99B3-F3FF7D96B131}"/>
              </a:ext>
            </a:extLst>
          </p:cNvPr>
          <p:cNvSpPr txBox="1"/>
          <p:nvPr/>
        </p:nvSpPr>
        <p:spPr>
          <a:xfrm>
            <a:off x="4632418" y="3823528"/>
            <a:ext cx="2056047" cy="425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0" i="0" dirty="0">
                <a:solidFill>
                  <a:schemeClr val="bg1"/>
                </a:solidFill>
                <a:effectLst/>
                <a:latin typeface="pingfang SC"/>
              </a:rPr>
              <a:t>//</a:t>
            </a:r>
            <a:r>
              <a:rPr lang="zh-CN" altLang="en-US" sz="1600" b="0" i="0" dirty="0">
                <a:solidFill>
                  <a:schemeClr val="bg1"/>
                </a:solidFill>
                <a:effectLst/>
                <a:latin typeface="pingfang SC"/>
              </a:rPr>
              <a:t>测试用例定义</a:t>
            </a:r>
            <a:endParaRPr lang="en-US" altLang="zh-CN" sz="1600" b="0" i="0" dirty="0">
              <a:solidFill>
                <a:schemeClr val="bg1"/>
              </a:solidFill>
              <a:effectLst/>
              <a:latin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26624440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F50D-A9E9-F647-91DF-E56CF0CE87AF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Gist.nju.edu.cn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19</a:t>
            </a:fld>
            <a:endParaRPr 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任务</a:t>
            </a:r>
            <a:r>
              <a:rPr kumimoji="1" lang="en-US" altLang="zh-CN" dirty="0"/>
              <a:t>1.1</a:t>
            </a:r>
            <a:r>
              <a:rPr kumimoji="1" lang="zh-CN" altLang="en-US" dirty="0"/>
              <a:t>：内置命令测试 </a:t>
            </a:r>
            <a:r>
              <a:rPr kumimoji="1" lang="en-US" altLang="zh-CN" dirty="0"/>
              <a:t>echo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0E48E76-A52D-4942-A949-E951AEC4A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5B3090B-D8CA-9039-FAE2-D6D9D7CD3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97" y="2618181"/>
            <a:ext cx="6476114" cy="3631674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A5DA9CA9-2A72-F6CF-82F7-8C4D0331803B}"/>
              </a:ext>
            </a:extLst>
          </p:cNvPr>
          <p:cNvSpPr txBox="1"/>
          <p:nvPr/>
        </p:nvSpPr>
        <p:spPr>
          <a:xfrm>
            <a:off x="261620" y="824716"/>
            <a:ext cx="4572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   </a:t>
            </a:r>
            <a:r>
              <a:rPr lang="en-US" altLang="zh-CN" b="0" dirty="0">
                <a:solidFill>
                  <a:srgbClr val="702C00"/>
                </a:solidFill>
                <a:effectLst/>
                <a:latin typeface="Sarasa Term SC" panose="02000509000000000000" pitchFamily="49" charset="2"/>
              </a:rPr>
              <a:t>-</a:t>
            </a:r>
            <a:r>
              <a:rPr lang="en-US" altLang="zh-CN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 EC1: </a:t>
            </a:r>
            <a:r>
              <a:rPr lang="zh-CN" altLang="en-US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普通字符串 </a:t>
            </a:r>
            <a:r>
              <a:rPr lang="en-US" altLang="zh-CN" b="0" dirty="0">
                <a:solidFill>
                  <a:srgbClr val="023B95"/>
                </a:solidFill>
                <a:effectLst/>
                <a:latin typeface="Sarasa Term SC" panose="02000509000000000000" pitchFamily="49" charset="2"/>
              </a:rPr>
              <a:t>`echo hello`</a:t>
            </a:r>
            <a:endParaRPr lang="en-US" altLang="zh-CN" b="0" dirty="0">
              <a:solidFill>
                <a:srgbClr val="0E1116"/>
              </a:solidFill>
              <a:effectLst/>
              <a:latin typeface="Sarasa Term SC" panose="02000509000000000000" pitchFamily="49" charset="2"/>
            </a:endParaRPr>
          </a:p>
          <a:p>
            <a:r>
              <a:rPr lang="en-US" altLang="zh-CN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   </a:t>
            </a:r>
            <a:r>
              <a:rPr lang="en-US" altLang="zh-CN" b="0" dirty="0">
                <a:solidFill>
                  <a:srgbClr val="702C00"/>
                </a:solidFill>
                <a:effectLst/>
                <a:latin typeface="Sarasa Term SC" panose="02000509000000000000" pitchFamily="49" charset="2"/>
              </a:rPr>
              <a:t>-</a:t>
            </a:r>
            <a:r>
              <a:rPr lang="en-US" altLang="zh-CN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 EC2: </a:t>
            </a:r>
            <a:r>
              <a:rPr lang="zh-CN" altLang="en-US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含空格 </a:t>
            </a:r>
            <a:r>
              <a:rPr lang="en-US" altLang="zh-CN" b="0" dirty="0">
                <a:solidFill>
                  <a:srgbClr val="023B95"/>
                </a:solidFill>
                <a:effectLst/>
                <a:latin typeface="Sarasa Term SC" panose="02000509000000000000" pitchFamily="49" charset="2"/>
              </a:rPr>
              <a:t>`echo "hello world"`</a:t>
            </a:r>
            <a:endParaRPr lang="en-US" altLang="zh-CN" b="0" dirty="0">
              <a:solidFill>
                <a:srgbClr val="0E1116"/>
              </a:solidFill>
              <a:effectLst/>
              <a:latin typeface="Sarasa Term SC" panose="02000509000000000000" pitchFamily="49" charset="2"/>
            </a:endParaRPr>
          </a:p>
          <a:p>
            <a:r>
              <a:rPr lang="en-US" altLang="zh-CN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   </a:t>
            </a:r>
            <a:r>
              <a:rPr lang="en-US" altLang="zh-CN" b="0" dirty="0">
                <a:solidFill>
                  <a:srgbClr val="702C00"/>
                </a:solidFill>
                <a:effectLst/>
                <a:latin typeface="Sarasa Term SC" panose="02000509000000000000" pitchFamily="49" charset="2"/>
              </a:rPr>
              <a:t>-</a:t>
            </a:r>
            <a:r>
              <a:rPr lang="en-US" altLang="zh-CN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 EC3: </a:t>
            </a:r>
            <a:r>
              <a:rPr lang="zh-CN" altLang="en-US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空字符串 </a:t>
            </a:r>
            <a:r>
              <a:rPr lang="en-US" altLang="zh-CN" b="0" dirty="0">
                <a:solidFill>
                  <a:srgbClr val="023B95"/>
                </a:solidFill>
                <a:effectLst/>
                <a:latin typeface="Sarasa Term SC" panose="02000509000000000000" pitchFamily="49" charset="2"/>
              </a:rPr>
              <a:t>`echo ""`</a:t>
            </a:r>
            <a:endParaRPr lang="en-US" altLang="zh-CN" b="0" dirty="0">
              <a:solidFill>
                <a:srgbClr val="0E1116"/>
              </a:solidFill>
              <a:effectLst/>
              <a:latin typeface="Sarasa Term SC" panose="02000509000000000000" pitchFamily="49" charset="2"/>
            </a:endParaRPr>
          </a:p>
          <a:p>
            <a:r>
              <a:rPr lang="en-US" altLang="zh-CN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   </a:t>
            </a:r>
            <a:r>
              <a:rPr lang="en-US" altLang="zh-CN" b="0" dirty="0">
                <a:solidFill>
                  <a:srgbClr val="702C00"/>
                </a:solidFill>
                <a:effectLst/>
                <a:latin typeface="Sarasa Term SC" panose="02000509000000000000" pitchFamily="49" charset="2"/>
              </a:rPr>
              <a:t>-</a:t>
            </a:r>
            <a:r>
              <a:rPr lang="en-US" altLang="zh-CN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 EC4: </a:t>
            </a:r>
            <a:r>
              <a:rPr lang="zh-CN" altLang="en-US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含环境变量 </a:t>
            </a:r>
            <a:r>
              <a:rPr lang="en-US" altLang="zh-CN" b="0" dirty="0">
                <a:solidFill>
                  <a:srgbClr val="023B95"/>
                </a:solidFill>
                <a:effectLst/>
                <a:latin typeface="Sarasa Term SC" panose="02000509000000000000" pitchFamily="49" charset="2"/>
              </a:rPr>
              <a:t>`echo $HOME`</a:t>
            </a:r>
            <a:endParaRPr lang="en-US" altLang="zh-CN" b="0" dirty="0">
              <a:solidFill>
                <a:srgbClr val="0E1116"/>
              </a:solidFill>
              <a:effectLst/>
              <a:latin typeface="Sarasa Term SC" panose="02000509000000000000" pitchFamily="49" charset="2"/>
            </a:endParaRPr>
          </a:p>
          <a:p>
            <a:r>
              <a:rPr lang="en-US" altLang="zh-CN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   </a:t>
            </a:r>
            <a:r>
              <a:rPr lang="en-US" altLang="zh-CN" b="0" dirty="0">
                <a:solidFill>
                  <a:srgbClr val="702C00"/>
                </a:solidFill>
                <a:effectLst/>
                <a:latin typeface="Sarasa Term SC" panose="02000509000000000000" pitchFamily="49" charset="2"/>
              </a:rPr>
              <a:t>-</a:t>
            </a:r>
            <a:r>
              <a:rPr lang="en-US" altLang="zh-CN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 EC5: </a:t>
            </a:r>
            <a:r>
              <a:rPr lang="zh-CN" altLang="en-US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含特殊字符 </a:t>
            </a:r>
            <a:r>
              <a:rPr lang="en-US" altLang="zh-CN" b="0" dirty="0">
                <a:solidFill>
                  <a:srgbClr val="023B95"/>
                </a:solidFill>
                <a:effectLst/>
                <a:latin typeface="Sarasa Term SC" panose="02000509000000000000" pitchFamily="49" charset="2"/>
              </a:rPr>
              <a:t>`echo "@#$%"`</a:t>
            </a:r>
            <a:endParaRPr lang="en-US" altLang="zh-CN" b="0" dirty="0">
              <a:solidFill>
                <a:srgbClr val="0E1116"/>
              </a:solidFill>
              <a:effectLst/>
              <a:latin typeface="Sarasa Term SC" panose="02000509000000000000" pitchFamily="49" charset="2"/>
            </a:endParaRPr>
          </a:p>
          <a:p>
            <a:r>
              <a:rPr lang="en-US" altLang="zh-CN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   </a:t>
            </a:r>
            <a:r>
              <a:rPr lang="en-US" altLang="zh-CN" b="0" dirty="0">
                <a:solidFill>
                  <a:srgbClr val="702C00"/>
                </a:solidFill>
                <a:effectLst/>
                <a:latin typeface="Sarasa Term SC" panose="02000509000000000000" pitchFamily="49" charset="2"/>
              </a:rPr>
              <a:t>-</a:t>
            </a:r>
            <a:r>
              <a:rPr lang="en-US" altLang="zh-CN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 EC6: </a:t>
            </a:r>
            <a:r>
              <a:rPr lang="zh-CN" altLang="en-US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未定义变量 </a:t>
            </a:r>
            <a:r>
              <a:rPr lang="en-US" altLang="zh-CN" b="0" dirty="0">
                <a:solidFill>
                  <a:srgbClr val="023B95"/>
                </a:solidFill>
                <a:effectLst/>
                <a:latin typeface="Sarasa Term SC" panose="02000509000000000000" pitchFamily="49" charset="2"/>
              </a:rPr>
              <a:t>`echo $UNDEFINED`</a:t>
            </a:r>
            <a:endParaRPr lang="en-US" altLang="zh-CN" b="0" dirty="0">
              <a:solidFill>
                <a:srgbClr val="0E1116"/>
              </a:solidFill>
              <a:effectLst/>
              <a:latin typeface="Sarasa Term SC" panose="02000509000000000000" pitchFamily="49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3513836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F50D-A9E9-F647-91DF-E56CF0CE87AF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Gist.nju.edu.cn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20</a:t>
            </a:fld>
            <a:endParaRPr 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任务</a:t>
            </a:r>
            <a:r>
              <a:rPr kumimoji="1" lang="en-US" altLang="zh-CN" dirty="0"/>
              <a:t>1.1</a:t>
            </a:r>
            <a:r>
              <a:rPr kumimoji="1" lang="zh-CN" altLang="en-US" dirty="0"/>
              <a:t>：内置命令测试 </a:t>
            </a:r>
            <a:r>
              <a:rPr kumimoji="1" lang="en-US" altLang="zh-CN" dirty="0"/>
              <a:t>echo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0E48E76-A52D-4942-A949-E951AEC4A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2CE73F0-43BA-B463-648F-F5C936077D9A}"/>
              </a:ext>
            </a:extLst>
          </p:cNvPr>
          <p:cNvSpPr txBox="1"/>
          <p:nvPr/>
        </p:nvSpPr>
        <p:spPr>
          <a:xfrm>
            <a:off x="398457" y="1050023"/>
            <a:ext cx="8074622" cy="1533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0" i="0" dirty="0">
                <a:solidFill>
                  <a:srgbClr val="333333"/>
                </a:solidFill>
                <a:effectLst/>
                <a:latin typeface="pingfang SC"/>
              </a:rPr>
              <a:t>将所有可能的输入数据（包括输出）按照规则划分为若干个“等价类”，每个等价类内的数据从程序的角度来看是相同的。</a:t>
            </a:r>
            <a:endParaRPr lang="en-US" altLang="zh-CN" sz="1600" b="0" i="0" dirty="0">
              <a:solidFill>
                <a:srgbClr val="333333"/>
              </a:solidFill>
              <a:effectLst/>
              <a:latin typeface="pingfang SC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333333"/>
                </a:solidFill>
                <a:latin typeface="pingfang SC"/>
              </a:rPr>
              <a:t>有效等价类：合法的、预期能被系统正确处理的输入数据。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333333"/>
                </a:solidFill>
                <a:latin typeface="pingfang SC"/>
              </a:rPr>
              <a:t>无效等价类：不合法的、预期会被系统拒绝或特殊处理的输入数据。</a:t>
            </a:r>
            <a:endParaRPr lang="en-US" altLang="zh-CN" sz="1600" dirty="0">
              <a:solidFill>
                <a:srgbClr val="333333"/>
              </a:solidFill>
              <a:latin typeface="pingfang SC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B08792C-87CB-A116-F4E7-D9C7AEDCDE0B}"/>
              </a:ext>
            </a:extLst>
          </p:cNvPr>
          <p:cNvSpPr txBox="1"/>
          <p:nvPr/>
        </p:nvSpPr>
        <p:spPr>
          <a:xfrm>
            <a:off x="0" y="2937576"/>
            <a:ext cx="4572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   </a:t>
            </a:r>
            <a:r>
              <a:rPr lang="en-US" altLang="zh-CN" b="0" dirty="0">
                <a:solidFill>
                  <a:srgbClr val="702C00"/>
                </a:solidFill>
                <a:effectLst/>
                <a:latin typeface="Sarasa Term SC" panose="02000509000000000000" pitchFamily="49" charset="2"/>
              </a:rPr>
              <a:t>-</a:t>
            </a:r>
            <a:r>
              <a:rPr lang="en-US" altLang="zh-CN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 EC1: </a:t>
            </a:r>
            <a:r>
              <a:rPr lang="zh-CN" altLang="en-US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普通字符串 </a:t>
            </a:r>
            <a:r>
              <a:rPr lang="en-US" altLang="zh-CN" b="0" dirty="0">
                <a:solidFill>
                  <a:srgbClr val="023B95"/>
                </a:solidFill>
                <a:effectLst/>
                <a:latin typeface="Sarasa Term SC" panose="02000509000000000000" pitchFamily="49" charset="2"/>
              </a:rPr>
              <a:t>`echo hello`</a:t>
            </a:r>
            <a:endParaRPr lang="en-US" altLang="zh-CN" b="0" dirty="0">
              <a:solidFill>
                <a:srgbClr val="0E1116"/>
              </a:solidFill>
              <a:effectLst/>
              <a:latin typeface="Sarasa Term SC" panose="02000509000000000000" pitchFamily="49" charset="2"/>
            </a:endParaRPr>
          </a:p>
          <a:p>
            <a:r>
              <a:rPr lang="en-US" altLang="zh-CN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   </a:t>
            </a:r>
            <a:r>
              <a:rPr lang="en-US" altLang="zh-CN" b="0" dirty="0">
                <a:solidFill>
                  <a:srgbClr val="702C00"/>
                </a:solidFill>
                <a:effectLst/>
                <a:latin typeface="Sarasa Term SC" panose="02000509000000000000" pitchFamily="49" charset="2"/>
              </a:rPr>
              <a:t>-</a:t>
            </a:r>
            <a:r>
              <a:rPr lang="en-US" altLang="zh-CN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 EC2: </a:t>
            </a:r>
            <a:r>
              <a:rPr lang="zh-CN" altLang="en-US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含空格 </a:t>
            </a:r>
            <a:r>
              <a:rPr lang="en-US" altLang="zh-CN" b="0" dirty="0">
                <a:solidFill>
                  <a:srgbClr val="023B95"/>
                </a:solidFill>
                <a:effectLst/>
                <a:latin typeface="Sarasa Term SC" panose="02000509000000000000" pitchFamily="49" charset="2"/>
              </a:rPr>
              <a:t>`echo "hello world"`</a:t>
            </a:r>
            <a:endParaRPr lang="en-US" altLang="zh-CN" b="0" dirty="0">
              <a:solidFill>
                <a:srgbClr val="0E1116"/>
              </a:solidFill>
              <a:effectLst/>
              <a:latin typeface="Sarasa Term SC" panose="02000509000000000000" pitchFamily="49" charset="2"/>
            </a:endParaRPr>
          </a:p>
          <a:p>
            <a:r>
              <a:rPr lang="en-US" altLang="zh-CN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   </a:t>
            </a:r>
            <a:r>
              <a:rPr lang="en-US" altLang="zh-CN" b="0" dirty="0">
                <a:solidFill>
                  <a:srgbClr val="702C00"/>
                </a:solidFill>
                <a:effectLst/>
                <a:latin typeface="Sarasa Term SC" panose="02000509000000000000" pitchFamily="49" charset="2"/>
              </a:rPr>
              <a:t>-</a:t>
            </a:r>
            <a:r>
              <a:rPr lang="en-US" altLang="zh-CN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 EC3: </a:t>
            </a:r>
            <a:r>
              <a:rPr lang="zh-CN" altLang="en-US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空字符串 </a:t>
            </a:r>
            <a:r>
              <a:rPr lang="en-US" altLang="zh-CN" b="0" dirty="0">
                <a:solidFill>
                  <a:srgbClr val="023B95"/>
                </a:solidFill>
                <a:effectLst/>
                <a:latin typeface="Sarasa Term SC" panose="02000509000000000000" pitchFamily="49" charset="2"/>
              </a:rPr>
              <a:t>`echo ""`</a:t>
            </a:r>
            <a:endParaRPr lang="en-US" altLang="zh-CN" b="0" dirty="0">
              <a:solidFill>
                <a:srgbClr val="0E1116"/>
              </a:solidFill>
              <a:effectLst/>
              <a:latin typeface="Sarasa Term SC" panose="02000509000000000000" pitchFamily="49" charset="2"/>
            </a:endParaRPr>
          </a:p>
          <a:p>
            <a:r>
              <a:rPr lang="en-US" altLang="zh-CN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   </a:t>
            </a:r>
            <a:r>
              <a:rPr lang="en-US" altLang="zh-CN" b="0" dirty="0">
                <a:solidFill>
                  <a:srgbClr val="702C00"/>
                </a:solidFill>
                <a:effectLst/>
                <a:latin typeface="Sarasa Term SC" panose="02000509000000000000" pitchFamily="49" charset="2"/>
              </a:rPr>
              <a:t>-</a:t>
            </a:r>
            <a:r>
              <a:rPr lang="en-US" altLang="zh-CN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 EC4: </a:t>
            </a:r>
            <a:r>
              <a:rPr lang="zh-CN" altLang="en-US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含环境变量 </a:t>
            </a:r>
            <a:r>
              <a:rPr lang="en-US" altLang="zh-CN" b="0" dirty="0">
                <a:solidFill>
                  <a:srgbClr val="023B95"/>
                </a:solidFill>
                <a:effectLst/>
                <a:latin typeface="Sarasa Term SC" panose="02000509000000000000" pitchFamily="49" charset="2"/>
              </a:rPr>
              <a:t>`echo $HOME`</a:t>
            </a:r>
            <a:endParaRPr lang="en-US" altLang="zh-CN" b="0" dirty="0">
              <a:solidFill>
                <a:srgbClr val="0E1116"/>
              </a:solidFill>
              <a:effectLst/>
              <a:latin typeface="Sarasa Term SC" panose="02000509000000000000" pitchFamily="49" charset="2"/>
            </a:endParaRPr>
          </a:p>
          <a:p>
            <a:r>
              <a:rPr lang="en-US" altLang="zh-CN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   </a:t>
            </a:r>
            <a:r>
              <a:rPr lang="en-US" altLang="zh-CN" b="0" dirty="0">
                <a:solidFill>
                  <a:srgbClr val="702C00"/>
                </a:solidFill>
                <a:effectLst/>
                <a:latin typeface="Sarasa Term SC" panose="02000509000000000000" pitchFamily="49" charset="2"/>
              </a:rPr>
              <a:t>-</a:t>
            </a:r>
            <a:r>
              <a:rPr lang="en-US" altLang="zh-CN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 EC5: </a:t>
            </a:r>
            <a:r>
              <a:rPr lang="zh-CN" altLang="en-US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含特殊字符 </a:t>
            </a:r>
            <a:r>
              <a:rPr lang="en-US" altLang="zh-CN" b="0" dirty="0">
                <a:solidFill>
                  <a:srgbClr val="023B95"/>
                </a:solidFill>
                <a:effectLst/>
                <a:latin typeface="Sarasa Term SC" panose="02000509000000000000" pitchFamily="49" charset="2"/>
              </a:rPr>
              <a:t>`echo "@#$%"`</a:t>
            </a:r>
            <a:endParaRPr lang="en-US" altLang="zh-CN" b="0" dirty="0">
              <a:solidFill>
                <a:srgbClr val="0E1116"/>
              </a:solidFill>
              <a:effectLst/>
              <a:latin typeface="Sarasa Term SC" panose="02000509000000000000" pitchFamily="49" charset="2"/>
            </a:endParaRPr>
          </a:p>
          <a:p>
            <a:r>
              <a:rPr lang="en-US" altLang="zh-CN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   </a:t>
            </a:r>
            <a:r>
              <a:rPr lang="en-US" altLang="zh-CN" b="0" dirty="0">
                <a:solidFill>
                  <a:srgbClr val="702C00"/>
                </a:solidFill>
                <a:effectLst/>
                <a:latin typeface="Sarasa Term SC" panose="02000509000000000000" pitchFamily="49" charset="2"/>
              </a:rPr>
              <a:t>-</a:t>
            </a:r>
            <a:r>
              <a:rPr lang="en-US" altLang="zh-CN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 EC6: </a:t>
            </a:r>
            <a:r>
              <a:rPr lang="zh-CN" altLang="en-US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未定义变量 </a:t>
            </a:r>
            <a:r>
              <a:rPr lang="en-US" altLang="zh-CN" b="0" dirty="0">
                <a:solidFill>
                  <a:srgbClr val="023B95"/>
                </a:solidFill>
                <a:effectLst/>
                <a:latin typeface="Sarasa Term SC" panose="02000509000000000000" pitchFamily="49" charset="2"/>
              </a:rPr>
              <a:t>`echo $UNDEFINED`</a:t>
            </a:r>
            <a:endParaRPr lang="en-US" altLang="zh-CN" b="0" dirty="0">
              <a:solidFill>
                <a:srgbClr val="0E1116"/>
              </a:solidFill>
              <a:effectLst/>
              <a:latin typeface="Sarasa Term SC" panose="02000509000000000000" pitchFamily="49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4521645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F50D-A9E9-F647-91DF-E56CF0CE87AF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Gist.nju.edu.cn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21</a:t>
            </a:fld>
            <a:endParaRPr 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任务</a:t>
            </a:r>
            <a:r>
              <a:rPr kumimoji="1" lang="en-US" altLang="zh-CN" dirty="0"/>
              <a:t>1.1</a:t>
            </a:r>
            <a:r>
              <a:rPr kumimoji="1" lang="zh-CN" altLang="en-US" dirty="0"/>
              <a:t>：内置命令测试 </a:t>
            </a:r>
            <a:r>
              <a:rPr kumimoji="1" lang="en-US" altLang="zh-CN" dirty="0"/>
              <a:t>echo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0E48E76-A52D-4942-A949-E951AEC4A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51EAD08-83C5-E903-07B8-F19F72B11E04}"/>
              </a:ext>
            </a:extLst>
          </p:cNvPr>
          <p:cNvSpPr txBox="1"/>
          <p:nvPr/>
        </p:nvSpPr>
        <p:spPr>
          <a:xfrm>
            <a:off x="398457" y="819878"/>
            <a:ext cx="8074622" cy="425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333333"/>
                </a:solidFill>
                <a:latin typeface="pingfang SC"/>
              </a:rPr>
              <a:t>通过定义一组参数和相应的测试代码，实现对不同输入值的自动化测试。</a:t>
            </a:r>
            <a:endParaRPr lang="en-US" altLang="zh-CN" sz="1600" dirty="0">
              <a:solidFill>
                <a:srgbClr val="333333"/>
              </a:solidFill>
              <a:latin typeface="pingfang SC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C475380-7CBF-2B60-C046-2DF9B67BB268}"/>
              </a:ext>
            </a:extLst>
          </p:cNvPr>
          <p:cNvSpPr txBox="1"/>
          <p:nvPr/>
        </p:nvSpPr>
        <p:spPr>
          <a:xfrm>
            <a:off x="3170641" y="3272480"/>
            <a:ext cx="2056047" cy="425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0" i="0" dirty="0">
                <a:solidFill>
                  <a:schemeClr val="bg1"/>
                </a:solidFill>
                <a:effectLst/>
                <a:latin typeface="pingfang SC"/>
              </a:rPr>
              <a:t>//</a:t>
            </a:r>
            <a:r>
              <a:rPr lang="zh-CN" altLang="en-US" sz="1600" b="0" i="0" dirty="0">
                <a:solidFill>
                  <a:schemeClr val="bg1"/>
                </a:solidFill>
                <a:effectLst/>
                <a:latin typeface="pingfang SC"/>
              </a:rPr>
              <a:t>测试夹具定义</a:t>
            </a:r>
            <a:endParaRPr lang="en-US" altLang="zh-CN" sz="1600" b="0" i="0" dirty="0">
              <a:solidFill>
                <a:schemeClr val="bg1"/>
              </a:solidFill>
              <a:effectLst/>
              <a:latin typeface="pingfang SC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AFC7476-BABB-DDF9-99B3-F3FF7D96B131}"/>
              </a:ext>
            </a:extLst>
          </p:cNvPr>
          <p:cNvSpPr txBox="1"/>
          <p:nvPr/>
        </p:nvSpPr>
        <p:spPr>
          <a:xfrm>
            <a:off x="4632418" y="3823528"/>
            <a:ext cx="2056047" cy="425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0" i="0" dirty="0">
                <a:solidFill>
                  <a:schemeClr val="bg1"/>
                </a:solidFill>
                <a:effectLst/>
                <a:latin typeface="pingfang SC"/>
              </a:rPr>
              <a:t>//</a:t>
            </a:r>
            <a:r>
              <a:rPr lang="zh-CN" altLang="en-US" sz="1600" b="0" i="0" dirty="0">
                <a:solidFill>
                  <a:schemeClr val="bg1"/>
                </a:solidFill>
                <a:effectLst/>
                <a:latin typeface="pingfang SC"/>
              </a:rPr>
              <a:t>测试用例定义</a:t>
            </a:r>
            <a:endParaRPr lang="en-US" altLang="zh-CN" sz="1600" b="0" i="0" dirty="0">
              <a:solidFill>
                <a:schemeClr val="bg1"/>
              </a:solidFill>
              <a:effectLst/>
              <a:latin typeface="pingfang SC"/>
            </a:endParaRPr>
          </a:p>
        </p:txBody>
      </p:sp>
      <p:graphicFrame>
        <p:nvGraphicFramePr>
          <p:cNvPr id="19" name="图示 18">
            <a:extLst>
              <a:ext uri="{FF2B5EF4-FFF2-40B4-BE49-F238E27FC236}">
                <a16:creationId xmlns:a16="http://schemas.microsoft.com/office/drawing/2014/main" id="{0BD2CD52-0795-AA6D-8D66-54F6E78C45D9}"/>
              </a:ext>
            </a:extLst>
          </p:cNvPr>
          <p:cNvGraphicFramePr/>
          <p:nvPr/>
        </p:nvGraphicFramePr>
        <p:xfrm>
          <a:off x="471831" y="1416705"/>
          <a:ext cx="8001248" cy="43658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335209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F50D-A9E9-F647-91DF-E56CF0CE87AF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Gist.nju.edu.cn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22</a:t>
            </a:fld>
            <a:endParaRPr 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任务</a:t>
            </a:r>
            <a:r>
              <a:rPr kumimoji="1" lang="en-US" altLang="zh-CN" dirty="0"/>
              <a:t>1.1</a:t>
            </a:r>
            <a:r>
              <a:rPr kumimoji="1" lang="zh-CN" altLang="en-US" dirty="0"/>
              <a:t>：内置命令测试 </a:t>
            </a:r>
            <a:r>
              <a:rPr kumimoji="1" lang="en-US" altLang="zh-CN" dirty="0"/>
              <a:t>echo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0E48E76-A52D-4942-A949-E951AEC4A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A2900F8-011D-660F-AA7F-B0C0DDE47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607" y="862803"/>
            <a:ext cx="7294997" cy="5259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5234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F50D-A9E9-F647-91DF-E56CF0CE87AF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Gist.nju.edu.cn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23</a:t>
            </a:fld>
            <a:endParaRPr 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任务</a:t>
            </a:r>
            <a:r>
              <a:rPr kumimoji="1" lang="en-US" altLang="zh-CN" dirty="0"/>
              <a:t>1.2</a:t>
            </a:r>
            <a:r>
              <a:rPr kumimoji="1" lang="zh-CN" altLang="en-US" dirty="0"/>
              <a:t>：内置命令测试 </a:t>
            </a:r>
            <a:r>
              <a:rPr kumimoji="1" lang="en-US" altLang="zh-CN" dirty="0"/>
              <a:t>cd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0E48E76-A52D-4942-A949-E951AEC4A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E067BE2-EE9F-389E-E0DF-B0E4721D1803}"/>
              </a:ext>
            </a:extLst>
          </p:cNvPr>
          <p:cNvSpPr txBox="1"/>
          <p:nvPr/>
        </p:nvSpPr>
        <p:spPr>
          <a:xfrm>
            <a:off x="334741" y="864117"/>
            <a:ext cx="8074622" cy="190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0" i="0" dirty="0">
                <a:solidFill>
                  <a:srgbClr val="333333"/>
                </a:solidFill>
                <a:effectLst/>
                <a:latin typeface="pingfang SC"/>
              </a:rPr>
              <a:t>错误往往发生在输入或输出范围的边界</a:t>
            </a:r>
            <a:r>
              <a:rPr lang="zh-CN" altLang="en-US" sz="1600" dirty="0">
                <a:solidFill>
                  <a:srgbClr val="333333"/>
                </a:solidFill>
                <a:latin typeface="pingfang SC"/>
              </a:rPr>
              <a:t>，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pingfang SC"/>
              </a:rPr>
              <a:t>而非中间值上。</a:t>
            </a:r>
            <a:endParaRPr lang="en-US" altLang="zh-CN" sz="1600" b="0" i="0" dirty="0">
              <a:solidFill>
                <a:srgbClr val="333333"/>
              </a:solidFill>
              <a:effectLst/>
              <a:latin typeface="pingfang SC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solidFill>
                <a:srgbClr val="333333"/>
              </a:solidFill>
              <a:latin typeface="pingfang SC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i="0" dirty="0">
                <a:solidFill>
                  <a:srgbClr val="333333"/>
                </a:solidFill>
                <a:effectLst/>
                <a:latin typeface="pingfang SC"/>
              </a:rPr>
              <a:t>例子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pingfang SC"/>
              </a:rPr>
              <a:t>：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pingfang SC"/>
              </a:rPr>
              <a:t>cd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pingfang SC"/>
              </a:rPr>
              <a:t>命令</a:t>
            </a:r>
            <a:endParaRPr lang="en-US" altLang="zh-CN" sz="1600" dirty="0">
              <a:solidFill>
                <a:srgbClr val="333333"/>
              </a:solidFill>
              <a:latin typeface="pingfang SC"/>
            </a:endParaRPr>
          </a:p>
          <a:p>
            <a:pPr>
              <a:lnSpc>
                <a:spcPct val="150000"/>
              </a:lnSpc>
            </a:pPr>
            <a:endParaRPr lang="en-US" altLang="zh-CN" sz="1600" b="0" i="0" dirty="0">
              <a:solidFill>
                <a:srgbClr val="333333"/>
              </a:solidFill>
              <a:effectLst/>
              <a:latin typeface="pingfang SC"/>
            </a:endParaRPr>
          </a:p>
          <a:p>
            <a:pPr>
              <a:lnSpc>
                <a:spcPct val="150000"/>
              </a:lnSpc>
            </a:pPr>
            <a:endParaRPr lang="en-US" altLang="zh-CN" sz="1600" b="0" i="0" dirty="0">
              <a:solidFill>
                <a:srgbClr val="333333"/>
              </a:solidFill>
              <a:effectLst/>
              <a:latin typeface="pingfang SC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52B6FFA-A91C-7C22-9834-7A47D0C9C0C9}"/>
              </a:ext>
            </a:extLst>
          </p:cNvPr>
          <p:cNvSpPr txBox="1"/>
          <p:nvPr/>
        </p:nvSpPr>
        <p:spPr>
          <a:xfrm>
            <a:off x="734637" y="2352753"/>
            <a:ext cx="481123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32563"/>
                </a:solidFill>
                <a:effectLst/>
                <a:latin typeface="Sarasa Term SC" panose="02000509000000000000" pitchFamily="49" charset="2"/>
              </a:rPr>
              <a:t>"~"</a:t>
            </a:r>
            <a:r>
              <a:rPr lang="en-US" altLang="zh-CN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,</a:t>
            </a:r>
            <a:r>
              <a:rPr lang="en-US" altLang="zh-CN" b="0" dirty="0">
                <a:solidFill>
                  <a:srgbClr val="66707B"/>
                </a:solidFill>
                <a:effectLst/>
                <a:latin typeface="Sarasa Term SC" panose="02000509000000000000" pitchFamily="49" charset="2"/>
              </a:rPr>
              <a:t> // home directory</a:t>
            </a:r>
            <a:endParaRPr lang="en-US" altLang="zh-CN" b="0" dirty="0">
              <a:solidFill>
                <a:srgbClr val="0E1116"/>
              </a:solidFill>
              <a:effectLst/>
              <a:latin typeface="Sarasa Term SC" panose="02000509000000000000" pitchFamily="49" charset="2"/>
            </a:endParaRPr>
          </a:p>
          <a:p>
            <a:r>
              <a:rPr lang="en-US" altLang="zh-CN" b="0" dirty="0">
                <a:solidFill>
                  <a:srgbClr val="032563"/>
                </a:solidFill>
                <a:effectLst/>
                <a:latin typeface="Sarasa Term SC" panose="02000509000000000000" pitchFamily="49" charset="2"/>
              </a:rPr>
              <a:t>"/"</a:t>
            </a:r>
            <a:r>
              <a:rPr lang="en-US" altLang="zh-CN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,</a:t>
            </a:r>
            <a:r>
              <a:rPr lang="en-US" altLang="zh-CN" b="0" dirty="0">
                <a:solidFill>
                  <a:srgbClr val="66707B"/>
                </a:solidFill>
                <a:effectLst/>
                <a:latin typeface="Sarasa Term SC" panose="02000509000000000000" pitchFamily="49" charset="2"/>
              </a:rPr>
              <a:t> // root directory</a:t>
            </a:r>
            <a:endParaRPr lang="en-US" altLang="zh-CN" b="0" dirty="0">
              <a:solidFill>
                <a:srgbClr val="0E1116"/>
              </a:solidFill>
              <a:effectLst/>
              <a:latin typeface="Sarasa Term SC" panose="02000509000000000000" pitchFamily="49" charset="2"/>
            </a:endParaRPr>
          </a:p>
          <a:p>
            <a:r>
              <a:rPr lang="en-US" altLang="zh-CN" b="0" dirty="0">
                <a:solidFill>
                  <a:srgbClr val="032563"/>
                </a:solidFill>
                <a:effectLst/>
                <a:latin typeface="Sarasa Term SC" panose="02000509000000000000" pitchFamily="49" charset="2"/>
              </a:rPr>
              <a:t>"."</a:t>
            </a:r>
            <a:r>
              <a:rPr lang="en-US" altLang="zh-CN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,</a:t>
            </a:r>
            <a:r>
              <a:rPr lang="en-US" altLang="zh-CN" b="0" dirty="0">
                <a:solidFill>
                  <a:srgbClr val="66707B"/>
                </a:solidFill>
                <a:effectLst/>
                <a:latin typeface="Sarasa Term SC" panose="02000509000000000000" pitchFamily="49" charset="2"/>
              </a:rPr>
              <a:t> // current directory</a:t>
            </a:r>
            <a:endParaRPr lang="en-US" altLang="zh-CN" b="0" dirty="0">
              <a:solidFill>
                <a:srgbClr val="0E1116"/>
              </a:solidFill>
              <a:effectLst/>
              <a:latin typeface="Sarasa Term SC" panose="02000509000000000000" pitchFamily="49" charset="2"/>
            </a:endParaRPr>
          </a:p>
          <a:p>
            <a:r>
              <a:rPr lang="en-US" altLang="zh-CN" b="0" dirty="0">
                <a:solidFill>
                  <a:srgbClr val="032563"/>
                </a:solidFill>
                <a:effectLst/>
                <a:latin typeface="Sarasa Term SC" panose="02000509000000000000" pitchFamily="49" charset="2"/>
              </a:rPr>
              <a:t>".."</a:t>
            </a:r>
            <a:r>
              <a:rPr lang="en-US" altLang="zh-CN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,</a:t>
            </a:r>
            <a:r>
              <a:rPr lang="en-US" altLang="zh-CN" b="0" dirty="0">
                <a:solidFill>
                  <a:srgbClr val="66707B"/>
                </a:solidFill>
                <a:effectLst/>
                <a:latin typeface="Sarasa Term SC" panose="02000509000000000000" pitchFamily="49" charset="2"/>
              </a:rPr>
              <a:t> // parent directory</a:t>
            </a:r>
            <a:endParaRPr lang="en-US" altLang="zh-CN" b="0" dirty="0">
              <a:solidFill>
                <a:srgbClr val="0E1116"/>
              </a:solidFill>
              <a:effectLst/>
              <a:latin typeface="Sarasa Term SC" panose="02000509000000000000" pitchFamily="49" charset="2"/>
            </a:endParaRPr>
          </a:p>
          <a:p>
            <a:r>
              <a:rPr lang="en-US" altLang="zh-CN" b="0" dirty="0">
                <a:solidFill>
                  <a:srgbClr val="032563"/>
                </a:solidFill>
                <a:effectLst/>
                <a:latin typeface="Sarasa Term SC" panose="02000509000000000000" pitchFamily="49" charset="2"/>
              </a:rPr>
              <a:t>"/</a:t>
            </a:r>
            <a:r>
              <a:rPr lang="en-US" altLang="zh-CN" b="0" dirty="0" err="1">
                <a:solidFill>
                  <a:srgbClr val="032563"/>
                </a:solidFill>
                <a:effectLst/>
                <a:latin typeface="Sarasa Term SC" panose="02000509000000000000" pitchFamily="49" charset="2"/>
              </a:rPr>
              <a:t>tmp</a:t>
            </a:r>
            <a:r>
              <a:rPr lang="en-US" altLang="zh-CN" b="0" dirty="0">
                <a:solidFill>
                  <a:srgbClr val="032563"/>
                </a:solidFill>
                <a:effectLst/>
                <a:latin typeface="Sarasa Term SC" panose="02000509000000000000" pitchFamily="49" charset="2"/>
              </a:rPr>
              <a:t>"</a:t>
            </a:r>
            <a:r>
              <a:rPr lang="en-US" altLang="zh-CN" b="0" dirty="0">
                <a:solidFill>
                  <a:srgbClr val="66707B"/>
                </a:solidFill>
                <a:effectLst/>
                <a:latin typeface="Sarasa Term SC" panose="02000509000000000000" pitchFamily="49" charset="2"/>
              </a:rPr>
              <a:t> // typical valid directory</a:t>
            </a:r>
            <a:endParaRPr lang="en-US" altLang="zh-CN" b="0" dirty="0">
              <a:solidFill>
                <a:srgbClr val="0E1116"/>
              </a:solidFill>
              <a:effectLst/>
              <a:latin typeface="Sarasa Term SC" panose="02000509000000000000" pitchFamily="49" charset="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B76142E-3F69-AB6C-4658-469F8B0A5919}"/>
              </a:ext>
            </a:extLst>
          </p:cNvPr>
          <p:cNvSpPr txBox="1"/>
          <p:nvPr/>
        </p:nvSpPr>
        <p:spPr>
          <a:xfrm>
            <a:off x="398719" y="4631607"/>
            <a:ext cx="58372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dirty="0">
                <a:effectLst/>
                <a:latin typeface="Sarasa Term SC" panose="02000509000000000000" pitchFamily="49" charset="2"/>
              </a:rPr>
              <a:t>任务</a:t>
            </a:r>
            <a:r>
              <a:rPr lang="en-US" altLang="zh-CN" b="0" dirty="0">
                <a:effectLst/>
                <a:latin typeface="Sarasa Term SC" panose="02000509000000000000" pitchFamily="49" charset="2"/>
              </a:rPr>
              <a:t>: </a:t>
            </a:r>
            <a:r>
              <a:rPr lang="zh-CN" altLang="en-US" b="0" dirty="0">
                <a:effectLst/>
                <a:latin typeface="Sarasa Term SC" panose="02000509000000000000" pitchFamily="49" charset="2"/>
              </a:rPr>
              <a:t>完成 </a:t>
            </a:r>
            <a:r>
              <a:rPr lang="en-US" altLang="zh-CN" b="0" dirty="0">
                <a:effectLst/>
                <a:latin typeface="Sarasa Term SC" panose="02000509000000000000" pitchFamily="49" charset="2"/>
              </a:rPr>
              <a:t>cd </a:t>
            </a:r>
            <a:r>
              <a:rPr lang="zh-CN" altLang="en-US" b="0" dirty="0">
                <a:effectLst/>
                <a:latin typeface="Sarasa Term SC" panose="02000509000000000000" pitchFamily="49" charset="2"/>
              </a:rPr>
              <a:t>命令的边界值预期输出判断</a:t>
            </a:r>
          </a:p>
        </p:txBody>
      </p:sp>
    </p:spTree>
    <p:extLst>
      <p:ext uri="{BB962C8B-B14F-4D97-AF65-F5344CB8AC3E}">
        <p14:creationId xmlns:p14="http://schemas.microsoft.com/office/powerpoint/2010/main" val="14208152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F50D-A9E9-F647-91DF-E56CF0CE87AF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Gist.nju.edu.cn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24</a:t>
            </a:fld>
            <a:endParaRPr 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任务</a:t>
            </a:r>
            <a:r>
              <a:rPr kumimoji="1" lang="en-US" altLang="zh-CN" dirty="0"/>
              <a:t>2: </a:t>
            </a:r>
            <a:r>
              <a:rPr kumimoji="1" lang="zh-CN" altLang="en-US" dirty="0"/>
              <a:t>重定向功能测试</a:t>
            </a:r>
            <a:endParaRPr kumimoji="1" lang="en-US" altLang="zh-CN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0E48E76-A52D-4942-A949-E951AEC4A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77E7C07-587F-3124-8341-D59C35CF63D0}"/>
              </a:ext>
            </a:extLst>
          </p:cNvPr>
          <p:cNvSpPr txBox="1"/>
          <p:nvPr/>
        </p:nvSpPr>
        <p:spPr>
          <a:xfrm>
            <a:off x="398457" y="837372"/>
            <a:ext cx="8074622" cy="1900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333333"/>
                </a:solidFill>
                <a:latin typeface="pingfang SC"/>
              </a:rPr>
              <a:t>输入维度：</a:t>
            </a:r>
            <a:endParaRPr lang="en-US" altLang="zh-CN" sz="1600" dirty="0">
              <a:solidFill>
                <a:srgbClr val="333333"/>
              </a:solidFill>
              <a:latin typeface="pingfang SC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333333"/>
                </a:solidFill>
                <a:latin typeface="pingfang SC"/>
              </a:rPr>
              <a:t>-   </a:t>
            </a:r>
            <a:r>
              <a:rPr lang="zh-CN" altLang="en-US" sz="1600" dirty="0">
                <a:solidFill>
                  <a:srgbClr val="333333"/>
                </a:solidFill>
                <a:latin typeface="pingfang SC"/>
              </a:rPr>
              <a:t>重定向类型：</a:t>
            </a:r>
            <a:r>
              <a:rPr lang="en-US" altLang="zh-CN" sz="1600" dirty="0">
                <a:solidFill>
                  <a:srgbClr val="333333"/>
                </a:solidFill>
                <a:latin typeface="pingfang SC"/>
              </a:rPr>
              <a:t>`&gt;`, `&gt;&gt;`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333333"/>
                </a:solidFill>
                <a:latin typeface="pingfang SC"/>
              </a:rPr>
              <a:t>-    </a:t>
            </a:r>
            <a:r>
              <a:rPr lang="zh-CN" altLang="en-US" sz="1600" dirty="0">
                <a:solidFill>
                  <a:srgbClr val="333333"/>
                </a:solidFill>
                <a:latin typeface="pingfang SC"/>
              </a:rPr>
              <a:t>输入命令</a:t>
            </a:r>
            <a:endParaRPr lang="en-US" altLang="zh-CN" sz="1600" dirty="0">
              <a:solidFill>
                <a:srgbClr val="333333"/>
              </a:solidFill>
              <a:latin typeface="pingfang SC"/>
            </a:endParaRPr>
          </a:p>
          <a:p>
            <a:pPr>
              <a:lnSpc>
                <a:spcPct val="150000"/>
              </a:lnSpc>
            </a:pPr>
            <a:r>
              <a:rPr lang="en-US" altLang="zh-CN" sz="1600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- </a:t>
            </a:r>
            <a:r>
              <a:rPr lang="zh-CN" altLang="en-US" sz="1600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文件状态：文件存在、不存在、权限问题</a:t>
            </a:r>
          </a:p>
          <a:p>
            <a:pPr>
              <a:lnSpc>
                <a:spcPct val="150000"/>
              </a:lnSpc>
            </a:pPr>
            <a:endParaRPr lang="en-US" altLang="zh-CN" sz="1600" dirty="0">
              <a:solidFill>
                <a:srgbClr val="333333"/>
              </a:solidFill>
              <a:latin typeface="pingfang SC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5BC1E99-11D6-80C8-9FBC-C1647BA83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-226472"/>
            <a:ext cx="5233694" cy="6590057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7F3B428F-9F55-7AE3-D58D-2F02D2712AE4}"/>
              </a:ext>
            </a:extLst>
          </p:cNvPr>
          <p:cNvSpPr txBox="1"/>
          <p:nvPr/>
        </p:nvSpPr>
        <p:spPr>
          <a:xfrm>
            <a:off x="398457" y="3169463"/>
            <a:ext cx="3796087" cy="1533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333333"/>
                </a:solidFill>
                <a:latin typeface="pingfang SC"/>
              </a:rPr>
              <a:t>任务：</a:t>
            </a:r>
            <a:endParaRPr lang="en-US" altLang="zh-CN" sz="1600" dirty="0">
              <a:solidFill>
                <a:srgbClr val="333333"/>
              </a:solidFill>
              <a:latin typeface="pingfang SC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333333"/>
                </a:solidFill>
                <a:latin typeface="pingfang SC"/>
              </a:rPr>
              <a:t>- </a:t>
            </a:r>
            <a:r>
              <a:rPr lang="zh-CN" altLang="en-US" sz="1600" dirty="0">
                <a:solidFill>
                  <a:srgbClr val="333333"/>
                </a:solidFill>
                <a:latin typeface="pingfang SC"/>
              </a:rPr>
              <a:t>根据不同的命令和重定向操作，验证文件内容是否符合预期</a:t>
            </a:r>
            <a:endParaRPr lang="en-US" altLang="zh-CN" sz="1600" dirty="0">
              <a:solidFill>
                <a:srgbClr val="333333"/>
              </a:solidFill>
              <a:latin typeface="pingfang SC"/>
            </a:endParaRPr>
          </a:p>
          <a:p>
            <a:pPr>
              <a:lnSpc>
                <a:spcPct val="150000"/>
              </a:lnSpc>
            </a:pPr>
            <a:r>
              <a:rPr lang="en-US" altLang="zh-CN" sz="1600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- </a:t>
            </a:r>
            <a:r>
              <a:rPr lang="zh-CN" altLang="en-US" sz="1600" b="0" dirty="0">
                <a:solidFill>
                  <a:srgbClr val="0E1116"/>
                </a:solidFill>
                <a:effectLst/>
                <a:latin typeface="Sarasa Term SC" panose="02000509000000000000" pitchFamily="49" charset="2"/>
              </a:rPr>
              <a:t>补充不同类型的输入命令进行组合</a:t>
            </a:r>
            <a:endParaRPr lang="en-US" altLang="zh-CN" sz="1600" dirty="0">
              <a:solidFill>
                <a:srgbClr val="333333"/>
              </a:solidFill>
              <a:latin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5019064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F50D-A9E9-F647-91DF-E56CF0CE87AF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Gist.nju.edu.cn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25</a:t>
            </a:fld>
            <a:endParaRPr 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任务</a:t>
            </a:r>
            <a:r>
              <a:rPr kumimoji="1" lang="en-US" altLang="zh-CN" dirty="0"/>
              <a:t>3</a:t>
            </a:r>
            <a:r>
              <a:rPr kumimoji="1" lang="zh-CN" altLang="en-US" dirty="0"/>
              <a:t>：管道功能测试</a:t>
            </a:r>
            <a:endParaRPr kumimoji="1" lang="en-US" altLang="zh-CN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0E48E76-A52D-4942-A949-E951AEC4A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BF6635D-5214-A543-9936-28E1C20AF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271" y="2630318"/>
            <a:ext cx="7985051" cy="2235317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82560490-4BBE-1E50-F650-9C6222E2E631}"/>
              </a:ext>
            </a:extLst>
          </p:cNvPr>
          <p:cNvSpPr txBox="1"/>
          <p:nvPr/>
        </p:nvSpPr>
        <p:spPr>
          <a:xfrm>
            <a:off x="397271" y="883887"/>
            <a:ext cx="771374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决策表（</a:t>
            </a:r>
            <a:r>
              <a:rPr lang="en-US" altLang="zh-CN" b="1" dirty="0"/>
              <a:t>Decision Table</a:t>
            </a:r>
            <a:r>
              <a:rPr lang="zh-CN" altLang="en-US" b="1" dirty="0"/>
              <a:t>）</a:t>
            </a:r>
            <a:r>
              <a:rPr lang="zh-CN" altLang="en-US" dirty="0"/>
              <a:t> </a:t>
            </a:r>
            <a:r>
              <a:rPr lang="en-US" altLang="zh-CN" dirty="0"/>
              <a:t>:</a:t>
            </a:r>
          </a:p>
          <a:p>
            <a:endParaRPr lang="en-US" altLang="zh-CN" dirty="0"/>
          </a:p>
          <a:p>
            <a:r>
              <a:rPr lang="zh-CN" altLang="en-US" dirty="0"/>
              <a:t>一种用表格形式描述 </a:t>
            </a:r>
            <a:r>
              <a:rPr lang="zh-CN" altLang="en-US" b="1" dirty="0"/>
              <a:t>条件组合及对应动作（或结果）</a:t>
            </a:r>
            <a:r>
              <a:rPr lang="zh-CN" altLang="en-US" dirty="0"/>
              <a:t> 的测试设计方法。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适合 </a:t>
            </a:r>
            <a:r>
              <a:rPr lang="zh-CN" altLang="en-US" b="1" dirty="0"/>
              <a:t>多个条件 </a:t>
            </a:r>
            <a:r>
              <a:rPr lang="en-US" altLang="zh-CN" b="1" dirty="0"/>
              <a:t>+ </a:t>
            </a:r>
            <a:r>
              <a:rPr lang="zh-CN" altLang="en-US" b="1" dirty="0"/>
              <a:t>多种结果组合 </a:t>
            </a:r>
            <a:r>
              <a:rPr lang="zh-CN" altLang="en-US" dirty="0"/>
              <a:t>场景。</a:t>
            </a:r>
          </a:p>
        </p:txBody>
      </p:sp>
    </p:spTree>
    <p:extLst>
      <p:ext uri="{BB962C8B-B14F-4D97-AF65-F5344CB8AC3E}">
        <p14:creationId xmlns:p14="http://schemas.microsoft.com/office/powerpoint/2010/main" val="16410800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F50D-A9E9-F647-91DF-E56CF0CE87AF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Gist.nju.edu.cn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26</a:t>
            </a:fld>
            <a:endParaRPr 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任务</a:t>
            </a:r>
            <a:r>
              <a:rPr kumimoji="1" lang="en-US" altLang="zh-CN" dirty="0"/>
              <a:t>3</a:t>
            </a:r>
            <a:r>
              <a:rPr kumimoji="1" lang="zh-CN" altLang="en-US" dirty="0"/>
              <a:t>：管道功能测试</a:t>
            </a:r>
            <a:endParaRPr kumimoji="1" lang="en-US" altLang="zh-CN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0E48E76-A52D-4942-A949-E951AEC4A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C4E30F2-B7F2-B2F0-BBBE-DC7F636115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1" y="1176421"/>
            <a:ext cx="6984076" cy="4259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1306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F50D-A9E9-F647-91DF-E56CF0CE87AF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Gist.nju.edu.cn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27</a:t>
            </a:fld>
            <a:endParaRPr 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任务</a:t>
            </a:r>
            <a:r>
              <a:rPr kumimoji="1" lang="en-US" altLang="zh-CN" dirty="0"/>
              <a:t>3</a:t>
            </a:r>
            <a:r>
              <a:rPr kumimoji="1" lang="zh-CN" altLang="en-US" dirty="0"/>
              <a:t>：管道功能测试</a:t>
            </a:r>
            <a:endParaRPr kumimoji="1" lang="en-US" altLang="zh-CN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0E48E76-A52D-4942-A949-E951AEC4A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0761CB3-1F61-7472-1083-059C0A6ED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188" y="698393"/>
            <a:ext cx="5899461" cy="5677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54466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heme/theme1.xml><?xml version="1.0" encoding="utf-8"?>
<a:theme xmlns:a="http://schemas.openxmlformats.org/drawingml/2006/main" name="怀旧">
  <a:themeElements>
    <a:clrScheme name="自定义 3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8F1882"/>
      </a:accent1>
      <a:accent2>
        <a:srgbClr val="6A135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自定义 1">
      <a:majorFont>
        <a:latin typeface="Times New Roman"/>
        <a:ea typeface="华文楷体"/>
        <a:cs typeface=""/>
      </a:majorFont>
      <a:minorFont>
        <a:latin typeface="Times New Roman"/>
        <a:ea typeface="华文楷体"/>
        <a:cs typeface=""/>
      </a:minorFont>
    </a:fontScheme>
    <a:fmtScheme name="怀旧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13795</TotalTime>
  <Words>1499</Words>
  <Application>Microsoft Office PowerPoint</Application>
  <PresentationFormat>全屏显示(4:3)</PresentationFormat>
  <Paragraphs>298</Paragraphs>
  <Slides>27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8" baseType="lpstr">
      <vt:lpstr>pingfang SC</vt:lpstr>
      <vt:lpstr>DengXian</vt:lpstr>
      <vt:lpstr>华文楷体</vt:lpstr>
      <vt:lpstr>Arial</vt:lpstr>
      <vt:lpstr>Calibri</vt:lpstr>
      <vt:lpstr>Consolas</vt:lpstr>
      <vt:lpstr>PT Serif</vt:lpstr>
      <vt:lpstr>Sarasa Term SC</vt:lpstr>
      <vt:lpstr>Times New Roman</vt:lpstr>
      <vt:lpstr>Wingdings</vt:lpstr>
      <vt:lpstr>怀旧</vt:lpstr>
      <vt:lpstr>软件测试实验</vt:lpstr>
      <vt:lpstr>实验目的</vt:lpstr>
      <vt:lpstr>实验构成</vt:lpstr>
      <vt:lpstr>其他信息</vt:lpstr>
      <vt:lpstr>Shell测试</vt:lpstr>
      <vt:lpstr>为什么要测 Shell ？</vt:lpstr>
      <vt:lpstr>Minishell</vt:lpstr>
      <vt:lpstr>Minishell：测试目标</vt:lpstr>
      <vt:lpstr>当你想创建一个测试…</vt:lpstr>
      <vt:lpstr>当你想创建一堆测试…</vt:lpstr>
      <vt:lpstr>自动化测试框架</vt:lpstr>
      <vt:lpstr>xUnit架构</vt:lpstr>
      <vt:lpstr>1 C++程序测试</vt:lpstr>
      <vt:lpstr>在C++项目中引入GoogleTest</vt:lpstr>
      <vt:lpstr>GoogleTest 语法</vt:lpstr>
      <vt:lpstr>GoogleTest 语法</vt:lpstr>
      <vt:lpstr>使用 GoogleTest 编写单元测试用例</vt:lpstr>
      <vt:lpstr>使用 GoogleTest 编写单元测试用例</vt:lpstr>
      <vt:lpstr>任务1.1：内置命令测试 echo</vt:lpstr>
      <vt:lpstr>任务1.1：内置命令测试 echo</vt:lpstr>
      <vt:lpstr>任务1.1：内置命令测试 echo</vt:lpstr>
      <vt:lpstr>任务1.1：内置命令测试 echo</vt:lpstr>
      <vt:lpstr>任务1.2：内置命令测试 cd</vt:lpstr>
      <vt:lpstr>任务2: 重定向功能测试</vt:lpstr>
      <vt:lpstr>任务3：管道功能测试</vt:lpstr>
      <vt:lpstr>任务3：管道功能测试</vt:lpstr>
      <vt:lpstr>任务3：管道功能测试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安卓手机软件老化 与多层级重生策略研究</dc:title>
  <dc:creator>王璐</dc:creator>
  <cp:lastModifiedBy>YL Chen</cp:lastModifiedBy>
  <cp:revision>666</cp:revision>
  <cp:lastPrinted>2022-06-29T11:50:38Z</cp:lastPrinted>
  <dcterms:created xsi:type="dcterms:W3CDTF">2022-06-29T11:50:38Z</dcterms:created>
  <dcterms:modified xsi:type="dcterms:W3CDTF">2025-11-13T13:41:41Z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49CA46910A44425DA244E622F512AF21</vt:lpwstr>
  </property>
</Properties>
</file>