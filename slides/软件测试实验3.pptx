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701" r:id="rId2"/>
    <p:sldId id="702" r:id="rId3"/>
    <p:sldId id="704" r:id="rId4"/>
    <p:sldId id="730" r:id="rId5"/>
    <p:sldId id="731" r:id="rId6"/>
    <p:sldId id="729" r:id="rId7"/>
    <p:sldId id="709" r:id="rId8"/>
    <p:sldId id="728" r:id="rId9"/>
    <p:sldId id="732" r:id="rId10"/>
    <p:sldId id="733" r:id="rId11"/>
    <p:sldId id="734" r:id="rId12"/>
    <p:sldId id="735" r:id="rId13"/>
    <p:sldId id="736" r:id="rId14"/>
    <p:sldId id="737" r:id="rId15"/>
    <p:sldId id="738" r:id="rId16"/>
  </p:sldIdLst>
  <p:sldSz cx="9144000" cy="6858000" type="screen4x3"/>
  <p:notesSz cx="6858000" cy="9144000"/>
  <p:embeddedFontLst>
    <p:embeddedFont>
      <p:font typeface="DengXian" panose="02010600030101010101" pitchFamily="2" charset="-122"/>
      <p:regular r:id="rId18"/>
      <p:bold r:id="rId19"/>
    </p:embeddedFont>
    <p:embeddedFont>
      <p:font typeface="Sarasa Term SC SemiBold" panose="02000709000000000000" pitchFamily="49" charset="2"/>
      <p:bold r:id="rId20"/>
      <p:boldItalic r:id="rId21"/>
    </p:embeddedFont>
    <p:embeddedFont>
      <p:font typeface="华文楷体" panose="02010600040101010101" pitchFamily="2" charset="-122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1882"/>
    <a:srgbClr val="A4D2EF"/>
    <a:srgbClr val="3B00FF"/>
    <a:srgbClr val="F5C4F0"/>
    <a:srgbClr val="000000"/>
    <a:srgbClr val="E8DEDE"/>
    <a:srgbClr val="855D5D"/>
    <a:srgbClr val="2ABDF2"/>
    <a:srgbClr val="FFC000"/>
    <a:srgbClr val="19B8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0E1F7-828D-4C77-B752-EB7B43CBB4B6}" v="429" dt="2024-09-23T12:21:08.8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36" autoAdjust="0"/>
    <p:restoredTop sz="89810" autoAdjust="0"/>
  </p:normalViewPr>
  <p:slideViewPr>
    <p:cSldViewPr snapToGrid="0" snapToObjects="1">
      <p:cViewPr>
        <p:scale>
          <a:sx n="100" d="100"/>
          <a:sy n="100" d="100"/>
        </p:scale>
        <p:origin x="1436" y="536"/>
      </p:cViewPr>
      <p:guideLst/>
    </p:cSldViewPr>
  </p:slideViewPr>
  <p:outlineViewPr>
    <p:cViewPr>
      <p:scale>
        <a:sx n="33" d="100"/>
        <a:sy n="33" d="100"/>
      </p:scale>
      <p:origin x="0" y="-1026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3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8D94A-F48F-CA48-90ED-11F98B7D2025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128F6-A017-174C-B258-28A5558C2B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2430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5232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0656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3388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4976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6663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67072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7207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9545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2436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10203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3660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52892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81243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8853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3988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CBF9A-433C-334B-9BE7-F7F914560784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gist.nju.edu.cn</a:t>
            </a:r>
          </a:p>
        </p:txBody>
      </p:sp>
      <p:sp>
        <p:nvSpPr>
          <p:cNvPr id="15" name="幻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E184B-EA4B-D245-BC94-5D18AE7C505B}" type="slidenum">
              <a:rPr kumimoji="1" lang="zh-CN" alt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930" y="920151"/>
            <a:ext cx="7543800" cy="523426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Gist.nju.edu.cn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61620" y="113770"/>
            <a:ext cx="7543800" cy="50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3DA3A-0A4F-F748-BA5A-0380BB7E3C62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-255686"/>
            <a:ext cx="7543800" cy="1450757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344084"/>
            <a:ext cx="3703320" cy="40233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0575" y="1344086"/>
            <a:ext cx="3703320" cy="40233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1206-61D6-9949-B07F-D80376CD568D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01370" y="-234096"/>
            <a:ext cx="75438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370" y="1364087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370" y="2134024"/>
            <a:ext cx="3703320" cy="32867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5970" y="136472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85970" y="2163869"/>
            <a:ext cx="3703320" cy="32867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E1A10-9848-194D-BF5B-11A9CC1E53C1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AF73-8086-CA4F-9198-CE35FD93EF7E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4B73-E8A4-DC47-B126-EF6296AF54B2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A7023C7-887E-3445-8F7F-6028285B9392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2" y="0"/>
            <a:ext cx="9143989" cy="4915076"/>
          </a:xfrm>
          <a:solidFill>
            <a:schemeClr val="accent2"/>
          </a:solid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39476-54AC-D34E-85AC-3D302D3D67F9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084" y="286118"/>
            <a:ext cx="935351" cy="11726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0E85-8CF4-F24D-8C6C-08E33F5D0ADE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8E162-072C-1247-B2BA-951A51A18AE9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395" y="169387"/>
            <a:ext cx="7543800" cy="50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9930" y="741680"/>
            <a:ext cx="7543800" cy="55219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644A07D-A3DC-3548-8AFD-38EA30987F0A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261395" y="670888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940" y="240665"/>
            <a:ext cx="620395" cy="7785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2960" y="758825"/>
            <a:ext cx="7543800" cy="256667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5000"/>
              </a:lnSpc>
            </a:pPr>
            <a:r>
              <a:rPr kumimoji="1" lang="zh-CN" altLang="en-US" sz="4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软件测试实验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34637" y="6949931"/>
            <a:ext cx="7543800" cy="1143000"/>
          </a:xfrm>
        </p:spPr>
        <p:txBody>
          <a:bodyPr>
            <a:normAutofit/>
          </a:bodyPr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华文楷体" charset="0"/>
                <a:ea typeface="华文楷体" charset="0"/>
              </a:rPr>
              <a:t>南京大学计算机学院</a:t>
            </a:r>
            <a:endParaRPr kumimoji="1" lang="zh-CN" altLang="en-US" sz="14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EBD1-1C38-9144-B80F-2CDC2527D9DD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E184B-EA4B-D245-BC94-5D18AE7C505B}" type="slidenum">
              <a:rPr kumimoji="1" lang="zh-CN" altLang="en-US" smtClean="0"/>
              <a:t>1</a:t>
            </a:fld>
            <a:endParaRPr lang="en-US" dirty="0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75510" y="3630404"/>
            <a:ext cx="7050575" cy="5219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spc="-50" dirty="0"/>
              <a:t>LLM</a:t>
            </a:r>
            <a:r>
              <a:rPr kumimoji="1" lang="zh-CN" altLang="en-US" sz="2800" spc="-50" dirty="0">
                <a:solidFill>
                  <a:schemeClr val="tx1"/>
                </a:solidFill>
              </a:rPr>
              <a:t>测试实践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3108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大语言模型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B3C0AF1F-AF4F-0547-E145-24814A29C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51" y="792190"/>
            <a:ext cx="6423949" cy="537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67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 LLM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在应用中面临的挑战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1D5417E-C46F-21E9-6132-8A0FA000BE2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1620" y="855876"/>
            <a:ext cx="8458718" cy="527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647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怎么测？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49E432C-418C-258D-2902-4D0C1E64F0B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5366" y="862213"/>
            <a:ext cx="7813267" cy="547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863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怎么测？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85C8F37-DDFA-5D7E-116B-54965C7B327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9582" y="728554"/>
            <a:ext cx="8091591" cy="570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600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实验概述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FDCE3B6-DD58-58E5-E260-17A991E9E25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7320" y="771788"/>
            <a:ext cx="8976167" cy="541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378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实验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1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：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LLM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功能性测试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13ED1A7-301C-C070-2033-6992D5C614F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6648" y="671793"/>
            <a:ext cx="6818256" cy="578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58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实验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1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：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LLM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功能性测试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EE93BEC-7AEA-70A5-CAFC-664F8F31DB6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1697" y="972271"/>
            <a:ext cx="8480605" cy="432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210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实验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1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：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LLM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功能性测试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59CE6A7-F77E-FE71-7DEC-721A94746C6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9380" y="850361"/>
            <a:ext cx="8321039" cy="537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26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实验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1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：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LLM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功能性测试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543E8AD-6910-9C57-AB1C-D09604473CF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6995" y="804440"/>
            <a:ext cx="6938349" cy="514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19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实验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2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：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LLM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安全性测试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8307D9C-2EB2-7F39-BDFE-ACB8E619BF0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5186" y="911751"/>
            <a:ext cx="8876763" cy="488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51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实验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2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：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LLM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安全性测试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1FEE1B4-6162-8209-D6DB-6724BE1A2C0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9367" y="988912"/>
            <a:ext cx="8854633" cy="470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35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实验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2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：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LLM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安全性测试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1FEE1B4-6162-8209-D6DB-6724BE1A2C0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9367" y="988912"/>
            <a:ext cx="8854633" cy="470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71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实验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2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：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LLM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安全性测试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7DE858E-6E23-FFE3-3F77-C36B7B76619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1620" y="754905"/>
            <a:ext cx="8623139" cy="534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90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实验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2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：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LLM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安全性测试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6D2C9E6-78CD-D5CD-4798-0CF7C30413E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1413" y="1326631"/>
            <a:ext cx="8241174" cy="329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5667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怀旧">
  <a:themeElements>
    <a:clrScheme name="自定义 3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8F1882"/>
      </a:accent1>
      <a:accent2>
        <a:srgbClr val="6A135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定义 1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怀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20822</TotalTime>
  <Words>230</Words>
  <Application>Microsoft Office PowerPoint</Application>
  <PresentationFormat>全屏显示(4:3)</PresentationFormat>
  <Paragraphs>77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华文楷体</vt:lpstr>
      <vt:lpstr>Sarasa Term SC SemiBold</vt:lpstr>
      <vt:lpstr>Times New Roman</vt:lpstr>
      <vt:lpstr>DengXian</vt:lpstr>
      <vt:lpstr>Calibri</vt:lpstr>
      <vt:lpstr>Arial</vt:lpstr>
      <vt:lpstr>怀旧</vt:lpstr>
      <vt:lpstr>软件测试实验</vt:lpstr>
      <vt:lpstr>大语言模型</vt:lpstr>
      <vt:lpstr> LLM 在应用中面临的挑战</vt:lpstr>
      <vt:lpstr>怎么测？</vt:lpstr>
      <vt:lpstr>怎么测？</vt:lpstr>
      <vt:lpstr>实验概述</vt:lpstr>
      <vt:lpstr> 实验1：LLM 功能性测试</vt:lpstr>
      <vt:lpstr>实验1：LLM功能性测试</vt:lpstr>
      <vt:lpstr>实验1：LLM功能性测试</vt:lpstr>
      <vt:lpstr>实验1：LLM功能性测试</vt:lpstr>
      <vt:lpstr>实验2：LLM 安全性测试</vt:lpstr>
      <vt:lpstr>实验2：LLM 安全性测试</vt:lpstr>
      <vt:lpstr>实验2：LLM 安全性测试</vt:lpstr>
      <vt:lpstr>实验2：LLM 安全性测试</vt:lpstr>
      <vt:lpstr>实验2：LLM 安全性测试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安卓手机软件老化 与多层级重生策略研究</dc:title>
  <dc:creator>王璐</dc:creator>
  <cp:lastModifiedBy>YL Chen</cp:lastModifiedBy>
  <cp:revision>694</cp:revision>
  <cp:lastPrinted>2022-06-29T11:50:38Z</cp:lastPrinted>
  <dcterms:created xsi:type="dcterms:W3CDTF">2022-06-29T11:50:38Z</dcterms:created>
  <dcterms:modified xsi:type="dcterms:W3CDTF">2025-11-14T05:06:19Z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49CA46910A44425DA244E622F512AF21</vt:lpwstr>
  </property>
</Properties>
</file>